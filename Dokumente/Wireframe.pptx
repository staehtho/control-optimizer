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1" r:id="rId4"/>
    <p:sldId id="262" r:id="rId5"/>
    <p:sldId id="259" r:id="rId6"/>
    <p:sldId id="260" r:id="rId7"/>
    <p:sldId id="257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B4C7E7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-7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1D7F74-4ADD-BEE4-8461-7DAC2D6ABC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919FA55-E6D6-E8CA-19C5-BFCB63AAB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71B3B1-38F9-53A4-484F-4F80DA425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DE111-7F9C-417C-987E-40DB35EA66C7}" type="datetimeFigureOut">
              <a:rPr lang="de-CH" smtClean="0"/>
              <a:t>17.02.2026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AB872E1-837A-BE59-8B43-052B110DE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467D91C-9B55-964B-DCFF-5217DBA2C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7B519-A1E9-4354-8D22-8FBE9918C56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01388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28F354-9336-3680-A417-19AFFA1C6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B94B880-D994-E2E9-07A7-5FB882FC06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9855382-88A3-1953-7F71-CAC452D4B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DE111-7F9C-417C-987E-40DB35EA66C7}" type="datetimeFigureOut">
              <a:rPr lang="de-CH" smtClean="0"/>
              <a:t>17.02.2026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28C5A34-75D7-19AB-C8A9-02F079DBF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42F91B0-78AF-13EF-EB13-A4EDB0D69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7B519-A1E9-4354-8D22-8FBE9918C56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45313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397574-2228-421E-0A48-0A03A0B1D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45EACA9-A365-4EB2-1172-0919C932C4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2C7932E-22C2-8CA4-E35D-DBA3FDD4D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DE111-7F9C-417C-987E-40DB35EA66C7}" type="datetimeFigureOut">
              <a:rPr lang="de-CH" smtClean="0"/>
              <a:t>17.02.2026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581CAEE-4C24-9433-55A8-538BE350D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CF2F9A3-F748-ED4C-1871-7BE4D471B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7B519-A1E9-4354-8D22-8FBE9918C56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5595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D39969-BE9B-AEAA-77B3-261D9A2DF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800BDF-89EE-445A-0189-01C6310D46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8283689-52CF-B5E0-D3D7-391E91A8D3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F6A95B3-9BA8-ED53-38CE-A898F2521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DE111-7F9C-417C-987E-40DB35EA66C7}" type="datetimeFigureOut">
              <a:rPr lang="de-CH" smtClean="0"/>
              <a:t>17.02.2026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77965B6-2DEA-99BE-6740-369466084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5CD736D-C7DF-F100-C19D-D368F71C3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7B519-A1E9-4354-8D22-8FBE9918C56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4028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574468-DFC4-4548-C234-D48711EB2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E719AF1-04A0-8182-0462-A021D5196D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A581F2-955B-5418-8D74-969E8565E4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CEA11FF-17A1-9AF8-1392-A0652D720C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88F908A-42BD-59FB-A92A-851B4A67BE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60DEE0B-0BD8-E9C0-3BB0-092FA3261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DE111-7F9C-417C-987E-40DB35EA66C7}" type="datetimeFigureOut">
              <a:rPr lang="de-CH" smtClean="0"/>
              <a:t>17.02.2026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B472671-D252-63DF-C349-6F15D41CC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129B605-514C-0D64-95C1-7F0AF7A37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7B519-A1E9-4354-8D22-8FBE9918C56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4191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AC51A7-2214-5C98-BB5F-6A8E67471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ECBB131-0C8F-0B0D-2CA1-2421F0363F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DE111-7F9C-417C-987E-40DB35EA66C7}" type="datetimeFigureOut">
              <a:rPr lang="de-CH" smtClean="0"/>
              <a:t>17.02.2026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39F25BB-3397-A683-B886-ACF05F5A5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A7EE6AA-31EE-DEBB-64D4-FE103022B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7B519-A1E9-4354-8D22-8FBE9918C56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39881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C5648F4-3900-7363-9456-63FB67E86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DE111-7F9C-417C-987E-40DB35EA66C7}" type="datetimeFigureOut">
              <a:rPr lang="de-CH" smtClean="0"/>
              <a:t>17.02.2026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523BC2C-34AF-A3CE-931A-6E49ED202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D17E52-C94E-C055-95E5-E26CBA6C5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7B519-A1E9-4354-8D22-8FBE9918C56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41482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0D6FD1-2E48-16A8-410A-F182BB012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C8B7A96-EA76-ED22-310D-4EC4CF3D3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EA4554-A50E-0874-63F8-0DDFC3AC3D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4EF7DAF-B7A8-ED9D-4846-86D47D786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DE111-7F9C-417C-987E-40DB35EA66C7}" type="datetimeFigureOut">
              <a:rPr lang="de-CH" smtClean="0"/>
              <a:t>17.02.2026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B541FEA-73A5-D380-D809-770CF8FBE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8769F0E-CF85-E4FF-27A2-BBC494F7A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7B519-A1E9-4354-8D22-8FBE9918C56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32114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E6F67C-DA49-46DB-64C3-F5251BB24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8FF1D86-E49F-9CBF-005A-2C9CA1E372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2F6CDF3-5114-B8B3-AA97-36014F0CC4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17BC76A-7F57-7C81-C460-F99C9E369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DE111-7F9C-417C-987E-40DB35EA66C7}" type="datetimeFigureOut">
              <a:rPr lang="de-CH" smtClean="0"/>
              <a:t>17.02.2026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3FFC0C4-90DF-78BB-AF78-071C1845E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5FFC7C8-DC1E-7FCE-74F3-04CA02963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7B519-A1E9-4354-8D22-8FBE9918C56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53290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3B35E1-8FF1-CB98-0F25-3A948BF43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191ED71-DE97-0BB4-0C95-A796B36C15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FE17B3-0DCA-80A1-43E4-8A2B8128B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DE111-7F9C-417C-987E-40DB35EA66C7}" type="datetimeFigureOut">
              <a:rPr lang="de-CH" smtClean="0"/>
              <a:t>17.02.2026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9864DE-0830-3058-6352-CAD79CCFA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6D81FAF-A16D-7FF7-6DF8-781282400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7B519-A1E9-4354-8D22-8FBE9918C56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4505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A93B175C-0824-524E-6496-8B2CC96A89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56FC3DA-E308-4188-CFFF-5A61A78AA1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A7A944F-61F0-1EF7-C482-9BADE7E67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DE111-7F9C-417C-987E-40DB35EA66C7}" type="datetimeFigureOut">
              <a:rPr lang="de-CH" smtClean="0"/>
              <a:t>17.02.2026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F914069-30EC-417C-7690-A9CE64E13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C1914FC-9764-F467-F4D1-039FCD62A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87B519-A1E9-4354-8D22-8FBE9918C56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7425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F4126A5-272F-7A71-A434-4F70290E3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0B09CD8-ACDF-2B81-BC5B-512F28203F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4423E7-CCD1-7407-90F3-2B6F5F52B9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DDE111-7F9C-417C-987E-40DB35EA66C7}" type="datetimeFigureOut">
              <a:rPr lang="de-CH" smtClean="0"/>
              <a:t>17.02.2026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286F6B-458A-6B8E-9BBC-9CCD3FD50C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2464B1-F051-25E1-583B-8ABC8FE0E3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87B519-A1E9-4354-8D22-8FBE9918C56C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77900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7.xml"/><Relationship Id="rId3" Type="http://schemas.openxmlformats.org/officeDocument/2006/relationships/slide" Target="slide5.xml"/><Relationship Id="rId7" Type="http://schemas.openxmlformats.org/officeDocument/2006/relationships/image" Target="../media/image3.png"/><Relationship Id="rId2" Type="http://schemas.openxmlformats.org/officeDocument/2006/relationships/slide" Target="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10" Type="http://schemas.microsoft.com/office/2007/relationships/hdphoto" Target="../media/hdphoto1.wdp"/><Relationship Id="rId4" Type="http://schemas.openxmlformats.org/officeDocument/2006/relationships/slide" Target="slide6.xml"/><Relationship Id="rId9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openxmlformats.org/officeDocument/2006/relationships/slide" Target="slide5.xml"/><Relationship Id="rId7" Type="http://schemas.microsoft.com/office/2007/relationships/hdphoto" Target="../media/hdphoto1.wdp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" Type="http://schemas.openxmlformats.org/officeDocument/2006/relationships/slide" Target="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slide" Target="slide7.xml"/><Relationship Id="rId1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openxmlformats.org/officeDocument/2006/relationships/slide" Target="slide6.xml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1.png"/><Relationship Id="rId3" Type="http://schemas.openxmlformats.org/officeDocument/2006/relationships/slide" Target="slide5.xml"/><Relationship Id="rId7" Type="http://schemas.microsoft.com/office/2007/relationships/hdphoto" Target="../media/hdphoto1.wdp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slide" Target="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slide" Target="slide7.xml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slide" Target="slide6.xml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1.png"/><Relationship Id="rId3" Type="http://schemas.openxmlformats.org/officeDocument/2006/relationships/slide" Target="slide5.xml"/><Relationship Id="rId7" Type="http://schemas.microsoft.com/office/2007/relationships/hdphoto" Target="../media/hdphoto1.wdp"/><Relationship Id="rId12" Type="http://schemas.openxmlformats.org/officeDocument/2006/relationships/image" Target="../media/image10.png"/><Relationship Id="rId17" Type="http://schemas.openxmlformats.org/officeDocument/2006/relationships/image" Target="../media/image16.png"/><Relationship Id="rId2" Type="http://schemas.openxmlformats.org/officeDocument/2006/relationships/slide" Target="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slide" Target="slide7.xml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slide" Target="slide6.xml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26" Type="http://schemas.openxmlformats.org/officeDocument/2006/relationships/image" Target="../media/image35.png"/><Relationship Id="rId3" Type="http://schemas.openxmlformats.org/officeDocument/2006/relationships/slide" Target="slide2.xml"/><Relationship Id="rId21" Type="http://schemas.openxmlformats.org/officeDocument/2006/relationships/image" Target="../media/image30.png"/><Relationship Id="rId7" Type="http://schemas.microsoft.com/office/2007/relationships/hdphoto" Target="../media/hdphoto1.wdp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5" Type="http://schemas.openxmlformats.org/officeDocument/2006/relationships/image" Target="../media/image34.png"/><Relationship Id="rId2" Type="http://schemas.openxmlformats.org/officeDocument/2006/relationships/slide" Target="slide1.xml"/><Relationship Id="rId16" Type="http://schemas.openxmlformats.org/officeDocument/2006/relationships/image" Target="../media/image25.png"/><Relationship Id="rId20" Type="http://schemas.openxmlformats.org/officeDocument/2006/relationships/image" Target="../media/image29.png"/><Relationship Id="rId29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20.png"/><Relationship Id="rId24" Type="http://schemas.openxmlformats.org/officeDocument/2006/relationships/image" Target="../media/image33.png"/><Relationship Id="rId5" Type="http://schemas.openxmlformats.org/officeDocument/2006/relationships/slide" Target="slide7.xml"/><Relationship Id="rId15" Type="http://schemas.openxmlformats.org/officeDocument/2006/relationships/image" Target="../media/image24.png"/><Relationship Id="rId23" Type="http://schemas.openxmlformats.org/officeDocument/2006/relationships/image" Target="../media/image32.png"/><Relationship Id="rId28" Type="http://schemas.openxmlformats.org/officeDocument/2006/relationships/image" Target="../media/image37.png"/><Relationship Id="rId10" Type="http://schemas.openxmlformats.org/officeDocument/2006/relationships/image" Target="../media/image19.png"/><Relationship Id="rId19" Type="http://schemas.openxmlformats.org/officeDocument/2006/relationships/image" Target="../media/image28.png"/><Relationship Id="rId4" Type="http://schemas.openxmlformats.org/officeDocument/2006/relationships/slide" Target="slide6.xml"/><Relationship Id="rId9" Type="http://schemas.openxmlformats.org/officeDocument/2006/relationships/image" Target="../media/image18.png"/><Relationship Id="rId14" Type="http://schemas.openxmlformats.org/officeDocument/2006/relationships/image" Target="../media/image23.png"/><Relationship Id="rId22" Type="http://schemas.openxmlformats.org/officeDocument/2006/relationships/image" Target="../media/image31.png"/><Relationship Id="rId27" Type="http://schemas.openxmlformats.org/officeDocument/2006/relationships/image" Target="../media/image3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43.png"/><Relationship Id="rId18" Type="http://schemas.openxmlformats.org/officeDocument/2006/relationships/image" Target="../media/image48.png"/><Relationship Id="rId3" Type="http://schemas.openxmlformats.org/officeDocument/2006/relationships/slide" Target="slide2.xml"/><Relationship Id="rId21" Type="http://schemas.openxmlformats.org/officeDocument/2006/relationships/image" Target="../media/image51.png"/><Relationship Id="rId7" Type="http://schemas.microsoft.com/office/2007/relationships/hdphoto" Target="../media/hdphoto1.wdp"/><Relationship Id="rId12" Type="http://schemas.openxmlformats.org/officeDocument/2006/relationships/image" Target="../media/image42.png"/><Relationship Id="rId17" Type="http://schemas.openxmlformats.org/officeDocument/2006/relationships/image" Target="../media/image47.png"/><Relationship Id="rId2" Type="http://schemas.openxmlformats.org/officeDocument/2006/relationships/slide" Target="slide1.xml"/><Relationship Id="rId16" Type="http://schemas.openxmlformats.org/officeDocument/2006/relationships/image" Target="../media/image46.png"/><Relationship Id="rId20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41.png"/><Relationship Id="rId5" Type="http://schemas.openxmlformats.org/officeDocument/2006/relationships/slide" Target="slide7.xml"/><Relationship Id="rId15" Type="http://schemas.openxmlformats.org/officeDocument/2006/relationships/image" Target="../media/image45.png"/><Relationship Id="rId23" Type="http://schemas.openxmlformats.org/officeDocument/2006/relationships/image" Target="../media/image53.png"/><Relationship Id="rId10" Type="http://schemas.openxmlformats.org/officeDocument/2006/relationships/image" Target="../media/image40.png"/><Relationship Id="rId19" Type="http://schemas.openxmlformats.org/officeDocument/2006/relationships/image" Target="../media/image49.png"/><Relationship Id="rId4" Type="http://schemas.openxmlformats.org/officeDocument/2006/relationships/slide" Target="slide5.xml"/><Relationship Id="rId9" Type="http://schemas.openxmlformats.org/officeDocument/2006/relationships/image" Target="../media/image39.png"/><Relationship Id="rId14" Type="http://schemas.openxmlformats.org/officeDocument/2006/relationships/image" Target="../media/image44.png"/><Relationship Id="rId22" Type="http://schemas.openxmlformats.org/officeDocument/2006/relationships/image" Target="../media/image52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013046DD-99AA-8C88-530A-519799AE19FC}"/>
              </a:ext>
            </a:extLst>
          </p:cNvPr>
          <p:cNvSpPr/>
          <p:nvPr/>
        </p:nvSpPr>
        <p:spPr>
          <a:xfrm>
            <a:off x="786962" y="248307"/>
            <a:ext cx="10618076" cy="6361386"/>
          </a:xfrm>
          <a:prstGeom prst="rect">
            <a:avLst/>
          </a:prstGeom>
          <a:noFill/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7AA3D90-E858-7BE7-792C-2ADC136AD6ED}"/>
              </a:ext>
            </a:extLst>
          </p:cNvPr>
          <p:cNvSpPr/>
          <p:nvPr/>
        </p:nvSpPr>
        <p:spPr>
          <a:xfrm>
            <a:off x="786962" y="248307"/>
            <a:ext cx="1908941" cy="63613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20BE218B-4047-675C-32B4-EC80B57741E6}"/>
              </a:ext>
            </a:extLst>
          </p:cNvPr>
          <p:cNvSpPr/>
          <p:nvPr/>
        </p:nvSpPr>
        <p:spPr>
          <a:xfrm>
            <a:off x="786962" y="945931"/>
            <a:ext cx="1908941" cy="536028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Regelstrecke</a:t>
            </a:r>
            <a:endParaRPr lang="de-CH" dirty="0"/>
          </a:p>
        </p:txBody>
      </p:sp>
      <p:sp>
        <p:nvSpPr>
          <p:cNvPr id="7" name="Rechteck: abgerundete Ecken 6">
            <a:hlinkClick r:id="rId2" action="ppaction://hlinksldjump"/>
            <a:extLst>
              <a:ext uri="{FF2B5EF4-FFF2-40B4-BE49-F238E27FC236}">
                <a16:creationId xmlns:a16="http://schemas.microsoft.com/office/drawing/2014/main" id="{5FE49CBF-D790-CA11-4468-5076C9B47E74}"/>
              </a:ext>
            </a:extLst>
          </p:cNvPr>
          <p:cNvSpPr/>
          <p:nvPr/>
        </p:nvSpPr>
        <p:spPr>
          <a:xfrm>
            <a:off x="786962" y="1481959"/>
            <a:ext cx="1908941" cy="53602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Anregung</a:t>
            </a:r>
            <a:endParaRPr lang="de-CH" dirty="0"/>
          </a:p>
        </p:txBody>
      </p:sp>
      <p:sp>
        <p:nvSpPr>
          <p:cNvPr id="8" name="Rechteck: abgerundete Ecken 7">
            <a:hlinkClick r:id="rId3" action="ppaction://hlinksldjump"/>
            <a:extLst>
              <a:ext uri="{FF2B5EF4-FFF2-40B4-BE49-F238E27FC236}">
                <a16:creationId xmlns:a16="http://schemas.microsoft.com/office/drawing/2014/main" id="{F464237D-06EB-74B3-295A-AF7FDE300C78}"/>
              </a:ext>
            </a:extLst>
          </p:cNvPr>
          <p:cNvSpPr/>
          <p:nvPr/>
        </p:nvSpPr>
        <p:spPr>
          <a:xfrm>
            <a:off x="786962" y="2017987"/>
            <a:ext cx="1908941" cy="53602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PSO</a:t>
            </a:r>
            <a:endParaRPr lang="de-CH" dirty="0"/>
          </a:p>
        </p:txBody>
      </p:sp>
      <p:sp>
        <p:nvSpPr>
          <p:cNvPr id="9" name="Rechteck: abgerundete Ecken 8">
            <a:hlinkClick r:id="rId4" action="ppaction://hlinksldjump"/>
            <a:extLst>
              <a:ext uri="{FF2B5EF4-FFF2-40B4-BE49-F238E27FC236}">
                <a16:creationId xmlns:a16="http://schemas.microsoft.com/office/drawing/2014/main" id="{9609CC69-AEB3-396C-B05B-87D7A16EFB2F}"/>
              </a:ext>
            </a:extLst>
          </p:cNvPr>
          <p:cNvSpPr/>
          <p:nvPr/>
        </p:nvSpPr>
        <p:spPr>
          <a:xfrm>
            <a:off x="786961" y="2554015"/>
            <a:ext cx="1908941" cy="53602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Auswertung</a:t>
            </a:r>
            <a:endParaRPr lang="de-C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4FDCD30-9ABD-76A0-3915-44273A813BA5}"/>
                  </a:ext>
                </a:extLst>
              </p:cNvPr>
              <p:cNvSpPr txBox="1"/>
              <p:nvPr/>
            </p:nvSpPr>
            <p:spPr>
              <a:xfrm>
                <a:off x="6879533" y="2047057"/>
                <a:ext cx="2853560" cy="712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4FDCD30-9ABD-76A0-3915-44273A813B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9533" y="2047057"/>
                <a:ext cx="2853560" cy="7120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4E809F15-C6DD-7530-4AD6-EF0ED590C6E3}"/>
                  </a:ext>
                </a:extLst>
              </p:cNvPr>
              <p:cNvSpPr txBox="1"/>
              <p:nvPr/>
            </p:nvSpPr>
            <p:spPr>
              <a:xfrm>
                <a:off x="5318747" y="2033752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4E809F15-C6DD-7530-4AD6-EF0ED590C6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8747" y="2033752"/>
                <a:ext cx="1087821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CB831DED-774D-10F6-4F8A-2EAD09E6C589}"/>
                  </a:ext>
                </a:extLst>
              </p:cNvPr>
              <p:cNvSpPr txBox="1"/>
              <p:nvPr/>
            </p:nvSpPr>
            <p:spPr>
              <a:xfrm>
                <a:off x="5318746" y="2468462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CB831DED-774D-10F6-4F8A-2EAD09E6C5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8746" y="2468462"/>
                <a:ext cx="1087821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feld 13">
            <a:extLst>
              <a:ext uri="{FF2B5EF4-FFF2-40B4-BE49-F238E27FC236}">
                <a16:creationId xmlns:a16="http://schemas.microsoft.com/office/drawing/2014/main" id="{AD2A92DB-77CD-B38D-AE1D-F34CCC31B650}"/>
              </a:ext>
            </a:extLst>
          </p:cNvPr>
          <p:cNvSpPr txBox="1"/>
          <p:nvPr/>
        </p:nvSpPr>
        <p:spPr>
          <a:xfrm>
            <a:off x="4367845" y="2017987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Nenner:</a:t>
            </a:r>
            <a:endParaRPr lang="de-CH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A753C254-EFCF-8F53-FCFA-3C9CC9B11336}"/>
              </a:ext>
            </a:extLst>
          </p:cNvPr>
          <p:cNvSpPr txBox="1"/>
          <p:nvPr/>
        </p:nvSpPr>
        <p:spPr>
          <a:xfrm>
            <a:off x="4484414" y="2468462"/>
            <a:ext cx="834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Zähler:</a:t>
            </a:r>
            <a:endParaRPr lang="de-CH" dirty="0"/>
          </a:p>
        </p:txBody>
      </p:sp>
      <p:pic>
        <p:nvPicPr>
          <p:cNvPr id="1028" name="Picture 4" descr="Png File - Settings Icon, Transparent Png - 980x982(#857091) - PngFind">
            <a:hlinkClick r:id="rId8" action="ppaction://hlinksldjump"/>
            <a:extLst>
              <a:ext uri="{FF2B5EF4-FFF2-40B4-BE49-F238E27FC236}">
                <a16:creationId xmlns:a16="http://schemas.microsoft.com/office/drawing/2014/main" id="{A3252062-1CA3-137B-F2D7-B0EF4E9146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0" b="100000" l="0" r="100000">
                        <a14:foregroundMark x1="46119" y1="31304" x2="46119" y2="3130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248" y="6081392"/>
            <a:ext cx="435172" cy="457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2579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9B671-D882-C005-0725-9FA6256A8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B467131C-40AF-D5DA-62DE-54A9E0ED5346}"/>
              </a:ext>
            </a:extLst>
          </p:cNvPr>
          <p:cNvSpPr/>
          <p:nvPr/>
        </p:nvSpPr>
        <p:spPr>
          <a:xfrm>
            <a:off x="786962" y="248307"/>
            <a:ext cx="10618076" cy="6361386"/>
          </a:xfrm>
          <a:prstGeom prst="rect">
            <a:avLst/>
          </a:prstGeom>
          <a:noFill/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29ABCF6-4C23-E4D8-D56F-DBD25BF9356F}"/>
              </a:ext>
            </a:extLst>
          </p:cNvPr>
          <p:cNvSpPr/>
          <p:nvPr/>
        </p:nvSpPr>
        <p:spPr>
          <a:xfrm>
            <a:off x="786962" y="248307"/>
            <a:ext cx="1908941" cy="63613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Rechteck: abgerundete Ecken 5">
            <a:hlinkClick r:id="rId2" action="ppaction://hlinksldjump"/>
            <a:extLst>
              <a:ext uri="{FF2B5EF4-FFF2-40B4-BE49-F238E27FC236}">
                <a16:creationId xmlns:a16="http://schemas.microsoft.com/office/drawing/2014/main" id="{6CC50F21-BE4A-925B-D6D3-424F0166A87D}"/>
              </a:ext>
            </a:extLst>
          </p:cNvPr>
          <p:cNvSpPr/>
          <p:nvPr/>
        </p:nvSpPr>
        <p:spPr>
          <a:xfrm>
            <a:off x="786962" y="945931"/>
            <a:ext cx="1908941" cy="536028"/>
          </a:xfrm>
          <a:prstGeom prst="roundRect">
            <a:avLst/>
          </a:prstGeom>
          <a:solidFill>
            <a:srgbClr val="B4C7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Regelstrecke</a:t>
            </a:r>
            <a:endParaRPr lang="de-CH" dirty="0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2DA89B51-306C-132A-6B46-CDD3CA5CC7BF}"/>
              </a:ext>
            </a:extLst>
          </p:cNvPr>
          <p:cNvSpPr/>
          <p:nvPr/>
        </p:nvSpPr>
        <p:spPr>
          <a:xfrm>
            <a:off x="786962" y="1481959"/>
            <a:ext cx="1908941" cy="536028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Anregung</a:t>
            </a:r>
            <a:endParaRPr lang="de-CH" dirty="0"/>
          </a:p>
        </p:txBody>
      </p:sp>
      <p:sp>
        <p:nvSpPr>
          <p:cNvPr id="8" name="Rechteck: abgerundete Ecken 7">
            <a:hlinkClick r:id="rId3" action="ppaction://hlinksldjump"/>
            <a:extLst>
              <a:ext uri="{FF2B5EF4-FFF2-40B4-BE49-F238E27FC236}">
                <a16:creationId xmlns:a16="http://schemas.microsoft.com/office/drawing/2014/main" id="{CEEE4C5D-C025-74A4-263C-B7B380EF1AD2}"/>
              </a:ext>
            </a:extLst>
          </p:cNvPr>
          <p:cNvSpPr/>
          <p:nvPr/>
        </p:nvSpPr>
        <p:spPr>
          <a:xfrm>
            <a:off x="786962" y="2017987"/>
            <a:ext cx="1908941" cy="53602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PSO</a:t>
            </a:r>
            <a:endParaRPr lang="de-CH" dirty="0"/>
          </a:p>
        </p:txBody>
      </p:sp>
      <p:sp>
        <p:nvSpPr>
          <p:cNvPr id="9" name="Rechteck: abgerundete Ecken 8">
            <a:hlinkClick r:id="rId4" action="ppaction://hlinksldjump"/>
            <a:extLst>
              <a:ext uri="{FF2B5EF4-FFF2-40B4-BE49-F238E27FC236}">
                <a16:creationId xmlns:a16="http://schemas.microsoft.com/office/drawing/2014/main" id="{84076F70-7518-3D01-C93B-D4C60212F582}"/>
              </a:ext>
            </a:extLst>
          </p:cNvPr>
          <p:cNvSpPr/>
          <p:nvPr/>
        </p:nvSpPr>
        <p:spPr>
          <a:xfrm>
            <a:off x="786961" y="2554015"/>
            <a:ext cx="1908941" cy="53602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Auswertung</a:t>
            </a:r>
            <a:endParaRPr lang="de-CH" dirty="0"/>
          </a:p>
        </p:txBody>
      </p:sp>
      <p:pic>
        <p:nvPicPr>
          <p:cNvPr id="1028" name="Picture 4" descr="Png File - Settings Icon, Transparent Png - 980x982(#857091) - PngFind">
            <a:hlinkClick r:id="rId5" action="ppaction://hlinksldjump"/>
            <a:extLst>
              <a:ext uri="{FF2B5EF4-FFF2-40B4-BE49-F238E27FC236}">
                <a16:creationId xmlns:a16="http://schemas.microsoft.com/office/drawing/2014/main" id="{CD1A616E-F8AB-0027-DCDA-FAE9E6E7F5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0" b="100000" l="0" r="100000">
                        <a14:foregroundMark x1="46119" y1="31304" x2="46119" y2="3130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248" y="6081392"/>
            <a:ext cx="435172" cy="457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30F2387A-F80D-A3A9-3361-88348C518E6E}"/>
              </a:ext>
            </a:extLst>
          </p:cNvPr>
          <p:cNvSpPr/>
          <p:nvPr/>
        </p:nvSpPr>
        <p:spPr>
          <a:xfrm>
            <a:off x="3901965" y="650328"/>
            <a:ext cx="6148551" cy="5431064"/>
          </a:xfrm>
          <a:prstGeom prst="roundRect">
            <a:avLst>
              <a:gd name="adj" fmla="val 4507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B0AE89D-FAC3-51A7-D8E0-13DDAB44942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2479" y="2928999"/>
            <a:ext cx="3987519" cy="3004983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8C7F031E-3564-61B5-7401-D0B4AF384645}"/>
              </a:ext>
            </a:extLst>
          </p:cNvPr>
          <p:cNvSpPr/>
          <p:nvPr/>
        </p:nvSpPr>
        <p:spPr>
          <a:xfrm>
            <a:off x="11256578" y="248307"/>
            <a:ext cx="148460" cy="636138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5AC1303E-153C-BFF1-2285-2A902703D2BF}"/>
              </a:ext>
            </a:extLst>
          </p:cNvPr>
          <p:cNvSpPr/>
          <p:nvPr/>
        </p:nvSpPr>
        <p:spPr>
          <a:xfrm>
            <a:off x="11256577" y="579381"/>
            <a:ext cx="148460" cy="7961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Rechteck: obere Ecken abgerundet 17">
            <a:extLst>
              <a:ext uri="{FF2B5EF4-FFF2-40B4-BE49-F238E27FC236}">
                <a16:creationId xmlns:a16="http://schemas.microsoft.com/office/drawing/2014/main" id="{249399F6-0FDC-1A30-1CE3-821E2AE0E101}"/>
              </a:ext>
            </a:extLst>
          </p:cNvPr>
          <p:cNvSpPr/>
          <p:nvPr/>
        </p:nvSpPr>
        <p:spPr>
          <a:xfrm rot="10800000">
            <a:off x="3901965" y="650329"/>
            <a:ext cx="6148551" cy="429609"/>
          </a:xfrm>
          <a:prstGeom prst="round2SameRect">
            <a:avLst>
              <a:gd name="adj1" fmla="val 0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09716F51-5F89-4F38-9B91-5A87A9564D3B}"/>
              </a:ext>
            </a:extLst>
          </p:cNvPr>
          <p:cNvSpPr txBox="1"/>
          <p:nvPr/>
        </p:nvSpPr>
        <p:spPr>
          <a:xfrm>
            <a:off x="4424579" y="680467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Führungssprung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47587C3-F1B7-F267-DB57-B979836BB92B}"/>
              </a:ext>
            </a:extLst>
          </p:cNvPr>
          <p:cNvSpPr/>
          <p:nvPr/>
        </p:nvSpPr>
        <p:spPr>
          <a:xfrm>
            <a:off x="4132917" y="719302"/>
            <a:ext cx="291662" cy="29166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1DB700E0-5780-F7BF-1144-4DF1CD8ABA0C}"/>
              </a:ext>
            </a:extLst>
          </p:cNvPr>
          <p:cNvSpPr/>
          <p:nvPr/>
        </p:nvSpPr>
        <p:spPr>
          <a:xfrm>
            <a:off x="4132917" y="1221829"/>
            <a:ext cx="1779152" cy="32713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dirty="0">
                <a:solidFill>
                  <a:schemeClr val="tx1"/>
                </a:solidFill>
              </a:rPr>
              <a:t>Sprungfunktion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5DDCA98-4089-0801-2ACA-62DB5A81FA44}"/>
              </a:ext>
            </a:extLst>
          </p:cNvPr>
          <p:cNvSpPr txBox="1"/>
          <p:nvPr/>
        </p:nvSpPr>
        <p:spPr>
          <a:xfrm rot="16200000">
            <a:off x="5656954" y="121425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&lt;</a:t>
            </a:r>
            <a:endParaRPr lang="de-C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22525BBB-6F89-92AB-8B30-CACBF3C9A7A0}"/>
                  </a:ext>
                </a:extLst>
              </p:cNvPr>
              <p:cNvSpPr txBox="1"/>
              <p:nvPr/>
            </p:nvSpPr>
            <p:spPr>
              <a:xfrm>
                <a:off x="4132917" y="1819803"/>
                <a:ext cx="20958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=1⋅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22525BBB-6F89-92AB-8B30-CACBF3C9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2917" y="1819803"/>
                <a:ext cx="209583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580EF856-FF35-7F1E-AC4A-7648EAA47800}"/>
                  </a:ext>
                </a:extLst>
              </p:cNvPr>
              <p:cNvSpPr txBox="1"/>
              <p:nvPr/>
            </p:nvSpPr>
            <p:spPr>
              <a:xfrm>
                <a:off x="8069033" y="1225771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580EF856-FF35-7F1E-AC4A-7648EAA47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9033" y="1225771"/>
                <a:ext cx="1087821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CB82716B-466C-3AEE-0208-2AD6D74FE03E}"/>
                  </a:ext>
                </a:extLst>
              </p:cNvPr>
              <p:cNvSpPr txBox="1"/>
              <p:nvPr/>
            </p:nvSpPr>
            <p:spPr>
              <a:xfrm>
                <a:off x="7669928" y="1210006"/>
                <a:ext cx="3810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CB82716B-466C-3AEE-0208-2AD6D74FE0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9928" y="1210006"/>
                <a:ext cx="381066" cy="369332"/>
              </a:xfrm>
              <a:prstGeom prst="rect">
                <a:avLst/>
              </a:prstGeom>
              <a:blipFill>
                <a:blip r:embed="rId11"/>
                <a:stretch>
                  <a:fillRect t="-8197" r="-12698" b="-24590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48D04806-448D-2863-EFB9-A1EE4BDE6499}"/>
                  </a:ext>
                </a:extLst>
              </p:cNvPr>
              <p:cNvSpPr txBox="1"/>
              <p:nvPr/>
            </p:nvSpPr>
            <p:spPr>
              <a:xfrm>
                <a:off x="8069033" y="1678335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48D04806-448D-2863-EFB9-A1EE4BDE6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9033" y="1678335"/>
                <a:ext cx="1087821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6446D0AC-E25E-C8FB-5218-1087380BC91E}"/>
                  </a:ext>
                </a:extLst>
              </p:cNvPr>
              <p:cNvSpPr txBox="1"/>
              <p:nvPr/>
            </p:nvSpPr>
            <p:spPr>
              <a:xfrm>
                <a:off x="7669928" y="1662570"/>
                <a:ext cx="4424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6446D0AC-E25E-C8FB-5218-1087380BC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9928" y="1662570"/>
                <a:ext cx="442493" cy="369332"/>
              </a:xfrm>
              <a:prstGeom prst="rect">
                <a:avLst/>
              </a:prstGeom>
              <a:blipFill>
                <a:blip r:embed="rId13"/>
                <a:stretch>
                  <a:fillRect t="-10000" r="-10959" b="-26667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3775ED64-FF6B-724D-2F79-42CD0151FA09}"/>
                  </a:ext>
                </a:extLst>
              </p:cNvPr>
              <p:cNvSpPr txBox="1"/>
              <p:nvPr/>
            </p:nvSpPr>
            <p:spPr>
              <a:xfrm>
                <a:off x="5912069" y="2364246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3775ED64-FF6B-724D-2F79-42CD0151FA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2069" y="2364246"/>
                <a:ext cx="1087821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1A3E90AC-1AD8-DCF4-0818-5FBA5BE25587}"/>
                  </a:ext>
                </a:extLst>
              </p:cNvPr>
              <p:cNvSpPr txBox="1"/>
              <p:nvPr/>
            </p:nvSpPr>
            <p:spPr>
              <a:xfrm>
                <a:off x="5512964" y="2348481"/>
                <a:ext cx="4371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1A3E90AC-1AD8-DCF4-0818-5FBA5BE25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2964" y="2348481"/>
                <a:ext cx="437171" cy="369332"/>
              </a:xfrm>
              <a:prstGeom prst="rect">
                <a:avLst/>
              </a:prstGeom>
              <a:blipFill>
                <a:blip r:embed="rId15"/>
                <a:stretch>
                  <a:fillRect t="-8197" r="-11111" b="-24590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D8A791B2-E58E-D370-B258-85BB72D7D31E}"/>
                  </a:ext>
                </a:extLst>
              </p:cNvPr>
              <p:cNvSpPr txBox="1"/>
              <p:nvPr/>
            </p:nvSpPr>
            <p:spPr>
              <a:xfrm>
                <a:off x="7669928" y="2350774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D8A791B2-E58E-D370-B258-85BB72D7D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9928" y="2350774"/>
                <a:ext cx="1087821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CAA317DA-84F2-FE33-4EA7-C185EB519C62}"/>
                  </a:ext>
                </a:extLst>
              </p:cNvPr>
              <p:cNvSpPr txBox="1"/>
              <p:nvPr/>
            </p:nvSpPr>
            <p:spPr>
              <a:xfrm>
                <a:off x="7270823" y="2335009"/>
                <a:ext cx="4424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CAA317DA-84F2-FE33-4EA7-C185EB519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0823" y="2335009"/>
                <a:ext cx="442493" cy="369332"/>
              </a:xfrm>
              <a:prstGeom prst="rect">
                <a:avLst/>
              </a:prstGeom>
              <a:blipFill>
                <a:blip r:embed="rId17"/>
                <a:stretch>
                  <a:fillRect t="-8197" r="-11111" b="-24590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87369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D7BA6-FC52-1C4B-A31D-80F4D434E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DCC6B26B-95E9-D412-6585-E1383B166198}"/>
              </a:ext>
            </a:extLst>
          </p:cNvPr>
          <p:cNvSpPr/>
          <p:nvPr/>
        </p:nvSpPr>
        <p:spPr>
          <a:xfrm>
            <a:off x="786962" y="248307"/>
            <a:ext cx="10618076" cy="6361386"/>
          </a:xfrm>
          <a:prstGeom prst="rect">
            <a:avLst/>
          </a:prstGeom>
          <a:noFill/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67C9EE8-1795-A0F1-00AB-FE1688A2C3B4}"/>
              </a:ext>
            </a:extLst>
          </p:cNvPr>
          <p:cNvSpPr/>
          <p:nvPr/>
        </p:nvSpPr>
        <p:spPr>
          <a:xfrm>
            <a:off x="786962" y="248307"/>
            <a:ext cx="1908941" cy="63613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Rechteck: abgerundete Ecken 5">
            <a:hlinkClick r:id="rId2" action="ppaction://hlinksldjump"/>
            <a:extLst>
              <a:ext uri="{FF2B5EF4-FFF2-40B4-BE49-F238E27FC236}">
                <a16:creationId xmlns:a16="http://schemas.microsoft.com/office/drawing/2014/main" id="{CD312D89-7E59-6506-D1EF-2397E98FE0DE}"/>
              </a:ext>
            </a:extLst>
          </p:cNvPr>
          <p:cNvSpPr/>
          <p:nvPr/>
        </p:nvSpPr>
        <p:spPr>
          <a:xfrm>
            <a:off x="786962" y="945931"/>
            <a:ext cx="1908941" cy="536028"/>
          </a:xfrm>
          <a:prstGeom prst="roundRect">
            <a:avLst/>
          </a:prstGeom>
          <a:solidFill>
            <a:srgbClr val="B4C7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Regelstrecke</a:t>
            </a:r>
            <a:endParaRPr lang="de-CH" dirty="0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5501C6FC-9849-0325-2429-C7552C402152}"/>
              </a:ext>
            </a:extLst>
          </p:cNvPr>
          <p:cNvSpPr/>
          <p:nvPr/>
        </p:nvSpPr>
        <p:spPr>
          <a:xfrm>
            <a:off x="786962" y="1481959"/>
            <a:ext cx="1908941" cy="536028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Anregung</a:t>
            </a:r>
            <a:endParaRPr lang="de-CH" dirty="0"/>
          </a:p>
        </p:txBody>
      </p:sp>
      <p:sp>
        <p:nvSpPr>
          <p:cNvPr id="8" name="Rechteck: abgerundete Ecken 7">
            <a:hlinkClick r:id="rId3" action="ppaction://hlinksldjump"/>
            <a:extLst>
              <a:ext uri="{FF2B5EF4-FFF2-40B4-BE49-F238E27FC236}">
                <a16:creationId xmlns:a16="http://schemas.microsoft.com/office/drawing/2014/main" id="{CF2EB5AF-3A96-3F45-1C57-5323FC6F5B20}"/>
              </a:ext>
            </a:extLst>
          </p:cNvPr>
          <p:cNvSpPr/>
          <p:nvPr/>
        </p:nvSpPr>
        <p:spPr>
          <a:xfrm>
            <a:off x="786962" y="2017987"/>
            <a:ext cx="1908941" cy="53602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PSO</a:t>
            </a:r>
            <a:endParaRPr lang="de-CH" dirty="0"/>
          </a:p>
        </p:txBody>
      </p:sp>
      <p:sp>
        <p:nvSpPr>
          <p:cNvPr id="9" name="Rechteck: abgerundete Ecken 8">
            <a:hlinkClick r:id="rId4" action="ppaction://hlinksldjump"/>
            <a:extLst>
              <a:ext uri="{FF2B5EF4-FFF2-40B4-BE49-F238E27FC236}">
                <a16:creationId xmlns:a16="http://schemas.microsoft.com/office/drawing/2014/main" id="{1931FEED-6620-75F6-7A44-130A23E7B08B}"/>
              </a:ext>
            </a:extLst>
          </p:cNvPr>
          <p:cNvSpPr/>
          <p:nvPr/>
        </p:nvSpPr>
        <p:spPr>
          <a:xfrm>
            <a:off x="786961" y="2554015"/>
            <a:ext cx="1908941" cy="53602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Auswertung</a:t>
            </a:r>
            <a:endParaRPr lang="de-CH" dirty="0"/>
          </a:p>
        </p:txBody>
      </p:sp>
      <p:pic>
        <p:nvPicPr>
          <p:cNvPr id="1028" name="Picture 4" descr="Png File - Settings Icon, Transparent Png - 980x982(#857091) - PngFind">
            <a:hlinkClick r:id="rId5" action="ppaction://hlinksldjump"/>
            <a:extLst>
              <a:ext uri="{FF2B5EF4-FFF2-40B4-BE49-F238E27FC236}">
                <a16:creationId xmlns:a16="http://schemas.microsoft.com/office/drawing/2014/main" id="{70888984-F430-D9D0-AFE1-60D3F89D4C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0" b="100000" l="0" r="100000">
                        <a14:foregroundMark x1="46119" y1="31304" x2="46119" y2="3130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248" y="6081392"/>
            <a:ext cx="435172" cy="457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C04101E-514C-4875-76EA-01EC85004C4B}"/>
              </a:ext>
            </a:extLst>
          </p:cNvPr>
          <p:cNvSpPr/>
          <p:nvPr/>
        </p:nvSpPr>
        <p:spPr>
          <a:xfrm>
            <a:off x="3901965" y="650328"/>
            <a:ext cx="6148551" cy="5431064"/>
          </a:xfrm>
          <a:prstGeom prst="roundRect">
            <a:avLst>
              <a:gd name="adj" fmla="val 4507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9A1AD70-7223-6A59-E7C7-B02319F248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2479" y="2928999"/>
            <a:ext cx="3987519" cy="3004983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988A7474-ED70-12EF-4306-40D8BCD24108}"/>
              </a:ext>
            </a:extLst>
          </p:cNvPr>
          <p:cNvSpPr/>
          <p:nvPr/>
        </p:nvSpPr>
        <p:spPr>
          <a:xfrm>
            <a:off x="11256578" y="248307"/>
            <a:ext cx="148460" cy="636138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5FEE85F-6DFC-29A6-A51D-D98583541598}"/>
              </a:ext>
            </a:extLst>
          </p:cNvPr>
          <p:cNvSpPr/>
          <p:nvPr/>
        </p:nvSpPr>
        <p:spPr>
          <a:xfrm>
            <a:off x="11256577" y="2550079"/>
            <a:ext cx="148460" cy="7961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Rechteck: obere Ecken abgerundet 17">
            <a:extLst>
              <a:ext uri="{FF2B5EF4-FFF2-40B4-BE49-F238E27FC236}">
                <a16:creationId xmlns:a16="http://schemas.microsoft.com/office/drawing/2014/main" id="{44A11C6D-FD40-54D9-BF0A-7537DA34DEFD}"/>
              </a:ext>
            </a:extLst>
          </p:cNvPr>
          <p:cNvSpPr/>
          <p:nvPr/>
        </p:nvSpPr>
        <p:spPr>
          <a:xfrm rot="10800000">
            <a:off x="3901965" y="650329"/>
            <a:ext cx="6148551" cy="429609"/>
          </a:xfrm>
          <a:prstGeom prst="round2SameRect">
            <a:avLst>
              <a:gd name="adj1" fmla="val 0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36E97EE0-E9C5-B875-F483-5AF9B4698CD9}"/>
              </a:ext>
            </a:extLst>
          </p:cNvPr>
          <p:cNvSpPr txBox="1"/>
          <p:nvPr/>
        </p:nvSpPr>
        <p:spPr>
          <a:xfrm>
            <a:off x="4424579" y="680467"/>
            <a:ext cx="1166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solidFill>
                  <a:schemeClr val="bg1"/>
                </a:solidFill>
              </a:rPr>
              <a:t>Störgrösse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581AE56-DF42-C7AA-B0DE-4789E947932D}"/>
              </a:ext>
            </a:extLst>
          </p:cNvPr>
          <p:cNvSpPr/>
          <p:nvPr/>
        </p:nvSpPr>
        <p:spPr>
          <a:xfrm>
            <a:off x="4132917" y="719302"/>
            <a:ext cx="291662" cy="29166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CD5737E-9EBC-E9AD-F7C0-09B7370DFAD4}"/>
              </a:ext>
            </a:extLst>
          </p:cNvPr>
          <p:cNvSpPr/>
          <p:nvPr/>
        </p:nvSpPr>
        <p:spPr>
          <a:xfrm>
            <a:off x="4132917" y="1221829"/>
            <a:ext cx="1779152" cy="32713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dirty="0">
                <a:solidFill>
                  <a:schemeClr val="tx1"/>
                </a:solidFill>
              </a:rPr>
              <a:t>Sprungfunktion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2A8FC571-775F-338F-C237-7C409791D6E2}"/>
              </a:ext>
            </a:extLst>
          </p:cNvPr>
          <p:cNvSpPr txBox="1"/>
          <p:nvPr/>
        </p:nvSpPr>
        <p:spPr>
          <a:xfrm rot="16200000">
            <a:off x="5656954" y="121425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&lt;</a:t>
            </a:r>
            <a:endParaRPr lang="de-C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2BA877BC-191F-11C8-98D2-97880CC458FC}"/>
                  </a:ext>
                </a:extLst>
              </p:cNvPr>
              <p:cNvSpPr txBox="1"/>
              <p:nvPr/>
            </p:nvSpPr>
            <p:spPr>
              <a:xfrm>
                <a:off x="8069033" y="1225771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2BA877BC-191F-11C8-98D2-97880CC458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9033" y="1225771"/>
                <a:ext cx="1087821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FB84EA8A-A29F-D62F-42A9-89516BB9F9CF}"/>
                  </a:ext>
                </a:extLst>
              </p:cNvPr>
              <p:cNvSpPr txBox="1"/>
              <p:nvPr/>
            </p:nvSpPr>
            <p:spPr>
              <a:xfrm>
                <a:off x="7669928" y="1210006"/>
                <a:ext cx="3810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FB84EA8A-A29F-D62F-42A9-89516BB9F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9928" y="1210006"/>
                <a:ext cx="381066" cy="369332"/>
              </a:xfrm>
              <a:prstGeom prst="rect">
                <a:avLst/>
              </a:prstGeom>
              <a:blipFill>
                <a:blip r:embed="rId10"/>
                <a:stretch>
                  <a:fillRect t="-8197" r="-12698" b="-24590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D9B127AC-6455-EFB0-7F6A-23D5181758B4}"/>
                  </a:ext>
                </a:extLst>
              </p:cNvPr>
              <p:cNvSpPr txBox="1"/>
              <p:nvPr/>
            </p:nvSpPr>
            <p:spPr>
              <a:xfrm>
                <a:off x="8069033" y="1678335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D9B127AC-6455-EFB0-7F6A-23D5181758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9033" y="1678335"/>
                <a:ext cx="1087821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3176EF55-48BC-7A9D-C8F0-78776FB0F64D}"/>
                  </a:ext>
                </a:extLst>
              </p:cNvPr>
              <p:cNvSpPr txBox="1"/>
              <p:nvPr/>
            </p:nvSpPr>
            <p:spPr>
              <a:xfrm>
                <a:off x="7669928" y="1662570"/>
                <a:ext cx="4424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3176EF55-48BC-7A9D-C8F0-78776FB0F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9928" y="1662570"/>
                <a:ext cx="442493" cy="369332"/>
              </a:xfrm>
              <a:prstGeom prst="rect">
                <a:avLst/>
              </a:prstGeom>
              <a:blipFill>
                <a:blip r:embed="rId12"/>
                <a:stretch>
                  <a:fillRect t="-10000" r="-10959" b="-26667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38D0ED11-3708-2587-F39E-492D4C415F5F}"/>
                  </a:ext>
                </a:extLst>
              </p:cNvPr>
              <p:cNvSpPr txBox="1"/>
              <p:nvPr/>
            </p:nvSpPr>
            <p:spPr>
              <a:xfrm>
                <a:off x="5912069" y="2364246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38D0ED11-3708-2587-F39E-492D4C415F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2069" y="2364246"/>
                <a:ext cx="1087821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00462B3B-2578-20C4-14E4-F7697AE22370}"/>
                  </a:ext>
                </a:extLst>
              </p:cNvPr>
              <p:cNvSpPr txBox="1"/>
              <p:nvPr/>
            </p:nvSpPr>
            <p:spPr>
              <a:xfrm>
                <a:off x="5512964" y="2348481"/>
                <a:ext cx="4371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00462B3B-2578-20C4-14E4-F7697AE223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2964" y="2348481"/>
                <a:ext cx="437171" cy="369332"/>
              </a:xfrm>
              <a:prstGeom prst="rect">
                <a:avLst/>
              </a:prstGeom>
              <a:blipFill>
                <a:blip r:embed="rId14"/>
                <a:stretch>
                  <a:fillRect t="-8197" r="-11111" b="-24590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B3E75977-EE6F-7667-ADB7-4D933F2729EF}"/>
                  </a:ext>
                </a:extLst>
              </p:cNvPr>
              <p:cNvSpPr txBox="1"/>
              <p:nvPr/>
            </p:nvSpPr>
            <p:spPr>
              <a:xfrm>
                <a:off x="7669928" y="2350774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B3E75977-EE6F-7667-ADB7-4D933F2729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9928" y="2350774"/>
                <a:ext cx="1087821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4BA5D741-6C7E-7080-35C3-60F14E0373E9}"/>
                  </a:ext>
                </a:extLst>
              </p:cNvPr>
              <p:cNvSpPr txBox="1"/>
              <p:nvPr/>
            </p:nvSpPr>
            <p:spPr>
              <a:xfrm>
                <a:off x="7270823" y="2335009"/>
                <a:ext cx="4424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4BA5D741-6C7E-7080-35C3-60F14E037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0823" y="2335009"/>
                <a:ext cx="442493" cy="369332"/>
              </a:xfrm>
              <a:prstGeom prst="rect">
                <a:avLst/>
              </a:prstGeom>
              <a:blipFill>
                <a:blip r:embed="rId16"/>
                <a:stretch>
                  <a:fillRect t="-8197" r="-11111" b="-24590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CE983D2A-4EA6-E6E3-77C5-757CE51D4222}"/>
                  </a:ext>
                </a:extLst>
              </p:cNvPr>
              <p:cNvSpPr txBox="1"/>
              <p:nvPr/>
            </p:nvSpPr>
            <p:spPr>
              <a:xfrm>
                <a:off x="4132917" y="1819803"/>
                <a:ext cx="20958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=1⋅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CE983D2A-4EA6-E6E3-77C5-757CE51D42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2917" y="1819803"/>
                <a:ext cx="2095830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38567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4C337-575D-B02B-43C5-D354C23EF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68765A16-C407-D6CA-22C5-D3A3A0EC3F34}"/>
              </a:ext>
            </a:extLst>
          </p:cNvPr>
          <p:cNvSpPr/>
          <p:nvPr/>
        </p:nvSpPr>
        <p:spPr>
          <a:xfrm>
            <a:off x="786962" y="248307"/>
            <a:ext cx="10618076" cy="6361386"/>
          </a:xfrm>
          <a:prstGeom prst="rect">
            <a:avLst/>
          </a:prstGeom>
          <a:noFill/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FBE9514-8D25-FEDF-B800-29183358C33C}"/>
              </a:ext>
            </a:extLst>
          </p:cNvPr>
          <p:cNvSpPr/>
          <p:nvPr/>
        </p:nvSpPr>
        <p:spPr>
          <a:xfrm>
            <a:off x="786962" y="248307"/>
            <a:ext cx="1908941" cy="63613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Rechteck: abgerundete Ecken 5">
            <a:hlinkClick r:id="rId2" action="ppaction://hlinksldjump"/>
            <a:extLst>
              <a:ext uri="{FF2B5EF4-FFF2-40B4-BE49-F238E27FC236}">
                <a16:creationId xmlns:a16="http://schemas.microsoft.com/office/drawing/2014/main" id="{2CE5C7F9-2155-932E-732C-F25B69D5C89F}"/>
              </a:ext>
            </a:extLst>
          </p:cNvPr>
          <p:cNvSpPr/>
          <p:nvPr/>
        </p:nvSpPr>
        <p:spPr>
          <a:xfrm>
            <a:off x="786962" y="945931"/>
            <a:ext cx="1908941" cy="536028"/>
          </a:xfrm>
          <a:prstGeom prst="roundRect">
            <a:avLst/>
          </a:prstGeom>
          <a:solidFill>
            <a:srgbClr val="B4C7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Regelstrecke</a:t>
            </a:r>
            <a:endParaRPr lang="de-CH" dirty="0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2F577665-1AC3-4C31-BC3D-E8B37EEA8BF7}"/>
              </a:ext>
            </a:extLst>
          </p:cNvPr>
          <p:cNvSpPr/>
          <p:nvPr/>
        </p:nvSpPr>
        <p:spPr>
          <a:xfrm>
            <a:off x="786962" y="1481959"/>
            <a:ext cx="1908941" cy="536028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Anregung</a:t>
            </a:r>
            <a:endParaRPr lang="de-CH" dirty="0"/>
          </a:p>
        </p:txBody>
      </p:sp>
      <p:sp>
        <p:nvSpPr>
          <p:cNvPr id="8" name="Rechteck: abgerundete Ecken 7">
            <a:hlinkClick r:id="rId3" action="ppaction://hlinksldjump"/>
            <a:extLst>
              <a:ext uri="{FF2B5EF4-FFF2-40B4-BE49-F238E27FC236}">
                <a16:creationId xmlns:a16="http://schemas.microsoft.com/office/drawing/2014/main" id="{F108F22F-1941-6CBC-276F-5205FD450EA2}"/>
              </a:ext>
            </a:extLst>
          </p:cNvPr>
          <p:cNvSpPr/>
          <p:nvPr/>
        </p:nvSpPr>
        <p:spPr>
          <a:xfrm>
            <a:off x="786962" y="2017987"/>
            <a:ext cx="1908941" cy="53602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PSO</a:t>
            </a:r>
            <a:endParaRPr lang="de-CH" dirty="0"/>
          </a:p>
        </p:txBody>
      </p:sp>
      <p:sp>
        <p:nvSpPr>
          <p:cNvPr id="9" name="Rechteck: abgerundete Ecken 8">
            <a:hlinkClick r:id="rId4" action="ppaction://hlinksldjump"/>
            <a:extLst>
              <a:ext uri="{FF2B5EF4-FFF2-40B4-BE49-F238E27FC236}">
                <a16:creationId xmlns:a16="http://schemas.microsoft.com/office/drawing/2014/main" id="{4EB6E8B4-B180-C645-EC2E-FE1B192E9780}"/>
              </a:ext>
            </a:extLst>
          </p:cNvPr>
          <p:cNvSpPr/>
          <p:nvPr/>
        </p:nvSpPr>
        <p:spPr>
          <a:xfrm>
            <a:off x="786961" y="2554015"/>
            <a:ext cx="1908941" cy="53602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Auswertung</a:t>
            </a:r>
            <a:endParaRPr lang="de-CH" dirty="0"/>
          </a:p>
        </p:txBody>
      </p:sp>
      <p:pic>
        <p:nvPicPr>
          <p:cNvPr id="1028" name="Picture 4" descr="Png File - Settings Icon, Transparent Png - 980x982(#857091) - PngFind">
            <a:hlinkClick r:id="rId5" action="ppaction://hlinksldjump"/>
            <a:extLst>
              <a:ext uri="{FF2B5EF4-FFF2-40B4-BE49-F238E27FC236}">
                <a16:creationId xmlns:a16="http://schemas.microsoft.com/office/drawing/2014/main" id="{28C59971-CBED-5289-F5E7-4B95DEA84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0" b="100000" l="0" r="100000">
                        <a14:foregroundMark x1="46119" y1="31304" x2="46119" y2="3130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248" y="6081392"/>
            <a:ext cx="435172" cy="457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95DBC7F5-E768-FC1B-45F0-728954B92782}"/>
              </a:ext>
            </a:extLst>
          </p:cNvPr>
          <p:cNvSpPr/>
          <p:nvPr/>
        </p:nvSpPr>
        <p:spPr>
          <a:xfrm>
            <a:off x="3901965" y="650328"/>
            <a:ext cx="6148551" cy="5431064"/>
          </a:xfrm>
          <a:prstGeom prst="roundRect">
            <a:avLst>
              <a:gd name="adj" fmla="val 4507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EC64887-6328-6564-FCF5-BBAC2904D6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2479" y="2928999"/>
            <a:ext cx="3987519" cy="3004983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C5B2FC14-1D8B-DB29-A807-E39D9AB194D2}"/>
              </a:ext>
            </a:extLst>
          </p:cNvPr>
          <p:cNvSpPr/>
          <p:nvPr/>
        </p:nvSpPr>
        <p:spPr>
          <a:xfrm>
            <a:off x="11256578" y="248307"/>
            <a:ext cx="148460" cy="636138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09FC220-1919-1F44-721A-0D63989410E1}"/>
              </a:ext>
            </a:extLst>
          </p:cNvPr>
          <p:cNvSpPr/>
          <p:nvPr/>
        </p:nvSpPr>
        <p:spPr>
          <a:xfrm>
            <a:off x="11256577" y="5253878"/>
            <a:ext cx="148460" cy="7961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Rechteck: obere Ecken abgerundet 17">
            <a:extLst>
              <a:ext uri="{FF2B5EF4-FFF2-40B4-BE49-F238E27FC236}">
                <a16:creationId xmlns:a16="http://schemas.microsoft.com/office/drawing/2014/main" id="{05196500-AFA8-26A4-178C-B76FB1E8FA51}"/>
              </a:ext>
            </a:extLst>
          </p:cNvPr>
          <p:cNvSpPr/>
          <p:nvPr/>
        </p:nvSpPr>
        <p:spPr>
          <a:xfrm rot="10800000">
            <a:off x="3901965" y="650329"/>
            <a:ext cx="6148551" cy="429609"/>
          </a:xfrm>
          <a:prstGeom prst="round2SameRect">
            <a:avLst>
              <a:gd name="adj1" fmla="val 0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52878F33-500C-5F1A-30FF-1473579569D3}"/>
              </a:ext>
            </a:extLst>
          </p:cNvPr>
          <p:cNvSpPr txBox="1"/>
          <p:nvPr/>
        </p:nvSpPr>
        <p:spPr>
          <a:xfrm>
            <a:off x="4424579" y="680467"/>
            <a:ext cx="1639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solidFill>
                  <a:schemeClr val="bg1"/>
                </a:solidFill>
              </a:rPr>
              <a:t>Messstörgrösse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CF3EDC1-CEB5-D96C-8FC7-BEFF2C3E4D65}"/>
              </a:ext>
            </a:extLst>
          </p:cNvPr>
          <p:cNvSpPr/>
          <p:nvPr/>
        </p:nvSpPr>
        <p:spPr>
          <a:xfrm>
            <a:off x="4132917" y="719302"/>
            <a:ext cx="291662" cy="29166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316B4CCF-FFAD-32C1-0096-8C0B68364622}"/>
              </a:ext>
            </a:extLst>
          </p:cNvPr>
          <p:cNvSpPr/>
          <p:nvPr/>
        </p:nvSpPr>
        <p:spPr>
          <a:xfrm>
            <a:off x="4132917" y="1221829"/>
            <a:ext cx="1779152" cy="32713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dirty="0">
                <a:solidFill>
                  <a:schemeClr val="tx1"/>
                </a:solidFill>
              </a:rPr>
              <a:t>Sprungfunktion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52CED27-7A7D-F583-E722-45ACBAC61171}"/>
              </a:ext>
            </a:extLst>
          </p:cNvPr>
          <p:cNvSpPr txBox="1"/>
          <p:nvPr/>
        </p:nvSpPr>
        <p:spPr>
          <a:xfrm rot="16200000">
            <a:off x="5656954" y="121425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&lt;</a:t>
            </a:r>
            <a:endParaRPr lang="de-C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A409650B-7A41-E1F9-CAE9-6DBA052DDE4B}"/>
                  </a:ext>
                </a:extLst>
              </p:cNvPr>
              <p:cNvSpPr txBox="1"/>
              <p:nvPr/>
            </p:nvSpPr>
            <p:spPr>
              <a:xfrm>
                <a:off x="8069033" y="1225771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A409650B-7A41-E1F9-CAE9-6DBA052DD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9033" y="1225771"/>
                <a:ext cx="1087821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C4EDAFDD-C488-B709-9B13-45D8BF622DEF}"/>
                  </a:ext>
                </a:extLst>
              </p:cNvPr>
              <p:cNvSpPr txBox="1"/>
              <p:nvPr/>
            </p:nvSpPr>
            <p:spPr>
              <a:xfrm>
                <a:off x="7669928" y="1210006"/>
                <a:ext cx="3810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C4EDAFDD-C488-B709-9B13-45D8BF622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9928" y="1210006"/>
                <a:ext cx="381066" cy="369332"/>
              </a:xfrm>
              <a:prstGeom prst="rect">
                <a:avLst/>
              </a:prstGeom>
              <a:blipFill>
                <a:blip r:embed="rId10"/>
                <a:stretch>
                  <a:fillRect t="-8197" r="-12698" b="-24590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50381388-DBFF-596D-B7CA-231B81F1DC67}"/>
                  </a:ext>
                </a:extLst>
              </p:cNvPr>
              <p:cNvSpPr txBox="1"/>
              <p:nvPr/>
            </p:nvSpPr>
            <p:spPr>
              <a:xfrm>
                <a:off x="8069033" y="1678335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50381388-DBFF-596D-B7CA-231B81F1DC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9033" y="1678335"/>
                <a:ext cx="1087821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DA6C7159-80A9-D7C8-44DC-986A83A998E6}"/>
                  </a:ext>
                </a:extLst>
              </p:cNvPr>
              <p:cNvSpPr txBox="1"/>
              <p:nvPr/>
            </p:nvSpPr>
            <p:spPr>
              <a:xfrm>
                <a:off x="7669928" y="1662570"/>
                <a:ext cx="4424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DA6C7159-80A9-D7C8-44DC-986A83A998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9928" y="1662570"/>
                <a:ext cx="442493" cy="369332"/>
              </a:xfrm>
              <a:prstGeom prst="rect">
                <a:avLst/>
              </a:prstGeom>
              <a:blipFill>
                <a:blip r:embed="rId12"/>
                <a:stretch>
                  <a:fillRect t="-10000" r="-10959" b="-26667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B13F4362-BD97-D4E2-6017-08447D90B26F}"/>
                  </a:ext>
                </a:extLst>
              </p:cNvPr>
              <p:cNvSpPr txBox="1"/>
              <p:nvPr/>
            </p:nvSpPr>
            <p:spPr>
              <a:xfrm>
                <a:off x="5912069" y="2364246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B13F4362-BD97-D4E2-6017-08447D90B2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2069" y="2364246"/>
                <a:ext cx="1087821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E92291FC-3C2D-EE3F-24F2-B9A19FA998B1}"/>
                  </a:ext>
                </a:extLst>
              </p:cNvPr>
              <p:cNvSpPr txBox="1"/>
              <p:nvPr/>
            </p:nvSpPr>
            <p:spPr>
              <a:xfrm>
                <a:off x="5512964" y="2348481"/>
                <a:ext cx="4371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E92291FC-3C2D-EE3F-24F2-B9A19FA99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2964" y="2348481"/>
                <a:ext cx="437171" cy="369332"/>
              </a:xfrm>
              <a:prstGeom prst="rect">
                <a:avLst/>
              </a:prstGeom>
              <a:blipFill>
                <a:blip r:embed="rId14"/>
                <a:stretch>
                  <a:fillRect t="-8197" r="-11111" b="-24590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9B343FA8-7B22-400F-D7FF-B29F149DED7E}"/>
                  </a:ext>
                </a:extLst>
              </p:cNvPr>
              <p:cNvSpPr txBox="1"/>
              <p:nvPr/>
            </p:nvSpPr>
            <p:spPr>
              <a:xfrm>
                <a:off x="7669928" y="2350774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9B343FA8-7B22-400F-D7FF-B29F149DED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9928" y="2350774"/>
                <a:ext cx="1087821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1EDD8EBF-11DC-CEA5-64B6-520A99471D8A}"/>
                  </a:ext>
                </a:extLst>
              </p:cNvPr>
              <p:cNvSpPr txBox="1"/>
              <p:nvPr/>
            </p:nvSpPr>
            <p:spPr>
              <a:xfrm>
                <a:off x="7270823" y="2335009"/>
                <a:ext cx="4424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1EDD8EBF-11DC-CEA5-64B6-520A99471D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0823" y="2335009"/>
                <a:ext cx="442493" cy="369332"/>
              </a:xfrm>
              <a:prstGeom prst="rect">
                <a:avLst/>
              </a:prstGeom>
              <a:blipFill>
                <a:blip r:embed="rId16"/>
                <a:stretch>
                  <a:fillRect t="-8197" r="-11111" b="-24590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D2FB8B65-B4F8-630B-0C37-5E51159DFA59}"/>
                  </a:ext>
                </a:extLst>
              </p:cNvPr>
              <p:cNvSpPr txBox="1"/>
              <p:nvPr/>
            </p:nvSpPr>
            <p:spPr>
              <a:xfrm>
                <a:off x="4132917" y="1819803"/>
                <a:ext cx="20958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=1⋅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D2FB8B65-B4F8-630B-0C37-5E51159DF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2917" y="1819803"/>
                <a:ext cx="2095830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0527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F5DB0-6618-4CFD-C6B6-E713045EA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77F2FA4-9839-E30D-6079-E444F7E1C6AA}"/>
              </a:ext>
            </a:extLst>
          </p:cNvPr>
          <p:cNvSpPr/>
          <p:nvPr/>
        </p:nvSpPr>
        <p:spPr>
          <a:xfrm>
            <a:off x="786962" y="248307"/>
            <a:ext cx="10618076" cy="6361386"/>
          </a:xfrm>
          <a:prstGeom prst="rect">
            <a:avLst/>
          </a:prstGeom>
          <a:noFill/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2CFA0A3-94FF-5FAC-2E68-03E86F9ABD7B}"/>
              </a:ext>
            </a:extLst>
          </p:cNvPr>
          <p:cNvSpPr/>
          <p:nvPr/>
        </p:nvSpPr>
        <p:spPr>
          <a:xfrm>
            <a:off x="786962" y="248307"/>
            <a:ext cx="1908941" cy="63613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Rechteck: abgerundete Ecken 5">
            <a:hlinkClick r:id="rId2" action="ppaction://hlinksldjump"/>
            <a:extLst>
              <a:ext uri="{FF2B5EF4-FFF2-40B4-BE49-F238E27FC236}">
                <a16:creationId xmlns:a16="http://schemas.microsoft.com/office/drawing/2014/main" id="{2BFA2A13-3D53-FFA9-BFBC-D014C99722FA}"/>
              </a:ext>
            </a:extLst>
          </p:cNvPr>
          <p:cNvSpPr/>
          <p:nvPr/>
        </p:nvSpPr>
        <p:spPr>
          <a:xfrm>
            <a:off x="786962" y="945931"/>
            <a:ext cx="1908941" cy="536028"/>
          </a:xfrm>
          <a:prstGeom prst="roundRect">
            <a:avLst/>
          </a:prstGeom>
          <a:solidFill>
            <a:srgbClr val="B4C7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Regelstrecke</a:t>
            </a:r>
            <a:endParaRPr lang="de-CH" dirty="0"/>
          </a:p>
        </p:txBody>
      </p:sp>
      <p:sp>
        <p:nvSpPr>
          <p:cNvPr id="7" name="Rechteck: abgerundete Ecken 6">
            <a:hlinkClick r:id="rId3" action="ppaction://hlinksldjump"/>
            <a:extLst>
              <a:ext uri="{FF2B5EF4-FFF2-40B4-BE49-F238E27FC236}">
                <a16:creationId xmlns:a16="http://schemas.microsoft.com/office/drawing/2014/main" id="{CC4FB174-695B-304B-80AA-71FEFEF845BD}"/>
              </a:ext>
            </a:extLst>
          </p:cNvPr>
          <p:cNvSpPr/>
          <p:nvPr/>
        </p:nvSpPr>
        <p:spPr>
          <a:xfrm>
            <a:off x="786962" y="1481959"/>
            <a:ext cx="1908941" cy="53602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Anregung</a:t>
            </a:r>
            <a:endParaRPr lang="de-CH" dirty="0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3E36F5DD-A10A-1A2C-C2AF-AC87A8144FFA}"/>
              </a:ext>
            </a:extLst>
          </p:cNvPr>
          <p:cNvSpPr/>
          <p:nvPr/>
        </p:nvSpPr>
        <p:spPr>
          <a:xfrm>
            <a:off x="786962" y="2017987"/>
            <a:ext cx="1908941" cy="536028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PSO</a:t>
            </a:r>
            <a:endParaRPr lang="de-CH" dirty="0"/>
          </a:p>
        </p:txBody>
      </p:sp>
      <p:sp>
        <p:nvSpPr>
          <p:cNvPr id="9" name="Rechteck: abgerundete Ecken 8">
            <a:hlinkClick r:id="rId4" action="ppaction://hlinksldjump"/>
            <a:extLst>
              <a:ext uri="{FF2B5EF4-FFF2-40B4-BE49-F238E27FC236}">
                <a16:creationId xmlns:a16="http://schemas.microsoft.com/office/drawing/2014/main" id="{39B41FD5-59B9-4205-41E8-B1E418A3CF69}"/>
              </a:ext>
            </a:extLst>
          </p:cNvPr>
          <p:cNvSpPr/>
          <p:nvPr/>
        </p:nvSpPr>
        <p:spPr>
          <a:xfrm>
            <a:off x="786961" y="2554015"/>
            <a:ext cx="1908941" cy="53602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Auswertung</a:t>
            </a:r>
            <a:endParaRPr lang="de-CH" dirty="0"/>
          </a:p>
        </p:txBody>
      </p:sp>
      <p:pic>
        <p:nvPicPr>
          <p:cNvPr id="1028" name="Picture 4" descr="Png File - Settings Icon, Transparent Png - 980x982(#857091) - PngFind">
            <a:hlinkClick r:id="rId5" action="ppaction://hlinksldjump"/>
            <a:extLst>
              <a:ext uri="{FF2B5EF4-FFF2-40B4-BE49-F238E27FC236}">
                <a16:creationId xmlns:a16="http://schemas.microsoft.com/office/drawing/2014/main" id="{D365FB18-EB19-E936-09F1-0026672E18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0" b="100000" l="0" r="100000">
                        <a14:foregroundMark x1="46119" y1="31304" x2="46119" y2="3130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248" y="6081392"/>
            <a:ext cx="435172" cy="457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1590B8EA-77EF-7D37-FB7E-69ADD228A554}"/>
              </a:ext>
            </a:extLst>
          </p:cNvPr>
          <p:cNvSpPr/>
          <p:nvPr/>
        </p:nvSpPr>
        <p:spPr>
          <a:xfrm>
            <a:off x="4518794" y="5960417"/>
            <a:ext cx="1908941" cy="536028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Start</a:t>
            </a:r>
            <a:endParaRPr lang="de-CH" dirty="0"/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86535EA7-1B65-6493-A21A-A62471F55475}"/>
              </a:ext>
            </a:extLst>
          </p:cNvPr>
          <p:cNvSpPr/>
          <p:nvPr/>
        </p:nvSpPr>
        <p:spPr>
          <a:xfrm>
            <a:off x="7673207" y="5960417"/>
            <a:ext cx="1908941" cy="536028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Stopp</a:t>
            </a:r>
            <a:endParaRPr lang="de-CH" dirty="0"/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3664CC95-1BD6-0F19-6BFB-92360FC733B3}"/>
              </a:ext>
            </a:extLst>
          </p:cNvPr>
          <p:cNvSpPr/>
          <p:nvPr/>
        </p:nvSpPr>
        <p:spPr>
          <a:xfrm>
            <a:off x="3678358" y="5657455"/>
            <a:ext cx="6550572" cy="14189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DCFDE516-C5E5-FA39-4597-E479DBF4E6DF}"/>
              </a:ext>
            </a:extLst>
          </p:cNvPr>
          <p:cNvSpPr/>
          <p:nvPr/>
        </p:nvSpPr>
        <p:spPr>
          <a:xfrm>
            <a:off x="3678358" y="5657455"/>
            <a:ext cx="1686122" cy="141890"/>
          </a:xfrm>
          <a:prstGeom prst="roundRect">
            <a:avLst>
              <a:gd name="adj" fmla="val 5000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22DE26B-45FA-76C1-DAB8-CCB567958361}"/>
              </a:ext>
            </a:extLst>
          </p:cNvPr>
          <p:cNvSpPr txBox="1"/>
          <p:nvPr/>
        </p:nvSpPr>
        <p:spPr>
          <a:xfrm>
            <a:off x="4513926" y="1351842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Führungssprung</a:t>
            </a:r>
            <a:endParaRPr lang="de-CH" dirty="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CD7DC17E-6374-8235-04D3-2A3B10E3898E}"/>
              </a:ext>
            </a:extLst>
          </p:cNvPr>
          <p:cNvSpPr/>
          <p:nvPr/>
        </p:nvSpPr>
        <p:spPr>
          <a:xfrm>
            <a:off x="4222264" y="1390677"/>
            <a:ext cx="291662" cy="29166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</a:rPr>
              <a:t>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077D08A-D4B9-23FA-6ABA-0DA1278338FF}"/>
                  </a:ext>
                </a:extLst>
              </p:cNvPr>
              <p:cNvSpPr txBox="1"/>
              <p:nvPr/>
            </p:nvSpPr>
            <p:spPr>
              <a:xfrm>
                <a:off x="6242602" y="1351842"/>
                <a:ext cx="20958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=1⋅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de-CH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077D08A-D4B9-23FA-6ABA-0DA1278338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2602" y="1351842"/>
                <a:ext cx="209583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feld 19">
            <a:extLst>
              <a:ext uri="{FF2B5EF4-FFF2-40B4-BE49-F238E27FC236}">
                <a16:creationId xmlns:a16="http://schemas.microsoft.com/office/drawing/2014/main" id="{606FD58A-FE1E-4CA4-0BD5-9B967D2EF86E}"/>
              </a:ext>
            </a:extLst>
          </p:cNvPr>
          <p:cNvSpPr txBox="1"/>
          <p:nvPr/>
        </p:nvSpPr>
        <p:spPr>
          <a:xfrm>
            <a:off x="4222264" y="1042735"/>
            <a:ext cx="10937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Anregung</a:t>
            </a:r>
            <a:endParaRPr lang="de-CH" dirty="0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98BC8BD6-B0C2-5446-3711-A8E8DB40A0C2}"/>
              </a:ext>
            </a:extLst>
          </p:cNvPr>
          <p:cNvSpPr txBox="1"/>
          <p:nvPr/>
        </p:nvSpPr>
        <p:spPr>
          <a:xfrm>
            <a:off x="4513926" y="1774226"/>
            <a:ext cx="1166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Störgrösse</a:t>
            </a:r>
            <a:endParaRPr lang="de-CH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DB6AF64-65B0-1EB0-5D2B-529A91BBBE45}"/>
              </a:ext>
            </a:extLst>
          </p:cNvPr>
          <p:cNvSpPr/>
          <p:nvPr/>
        </p:nvSpPr>
        <p:spPr>
          <a:xfrm>
            <a:off x="4222264" y="1813061"/>
            <a:ext cx="291662" cy="29166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</a:rPr>
              <a:t>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587EAE79-791A-8415-A4B0-21599008ED7B}"/>
                  </a:ext>
                </a:extLst>
              </p:cNvPr>
              <p:cNvSpPr txBox="1"/>
              <p:nvPr/>
            </p:nvSpPr>
            <p:spPr>
              <a:xfrm>
                <a:off x="6242602" y="1774226"/>
                <a:ext cx="20958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=1⋅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de-CH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587EAE79-791A-8415-A4B0-21599008ED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2602" y="1774226"/>
                <a:ext cx="209583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C6A14351-3106-02DA-D9F8-F74A04E17225}"/>
              </a:ext>
            </a:extLst>
          </p:cNvPr>
          <p:cNvSpPr txBox="1"/>
          <p:nvPr/>
        </p:nvSpPr>
        <p:spPr>
          <a:xfrm>
            <a:off x="4513926" y="2157775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Messstörgrösse</a:t>
            </a:r>
            <a:endParaRPr lang="de-CH" dirty="0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A41F1489-6A50-215A-E18D-9982215DE052}"/>
              </a:ext>
            </a:extLst>
          </p:cNvPr>
          <p:cNvSpPr/>
          <p:nvPr/>
        </p:nvSpPr>
        <p:spPr>
          <a:xfrm>
            <a:off x="4222264" y="2196610"/>
            <a:ext cx="291662" cy="29166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</a:rPr>
              <a:t>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8DB6A68D-3070-CBBF-B9B6-4798F6369D62}"/>
                  </a:ext>
                </a:extLst>
              </p:cNvPr>
              <p:cNvSpPr txBox="1"/>
              <p:nvPr/>
            </p:nvSpPr>
            <p:spPr>
              <a:xfrm>
                <a:off x="6242602" y="2157775"/>
                <a:ext cx="20958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=1⋅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de-CH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8DB6A68D-3070-CBBF-B9B6-4798F6369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2602" y="2157775"/>
                <a:ext cx="209583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4A8B0757-8EAF-EC7D-FCE3-AD39CF58AEAC}"/>
                  </a:ext>
                </a:extLst>
              </p:cNvPr>
              <p:cNvSpPr txBox="1"/>
              <p:nvPr/>
            </p:nvSpPr>
            <p:spPr>
              <a:xfrm>
                <a:off x="4788253" y="386701"/>
                <a:ext cx="2853560" cy="712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4A8B0757-8EAF-EC7D-FCE3-AD39CF58AE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8253" y="386701"/>
                <a:ext cx="2853560" cy="7120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feld 27">
            <a:extLst>
              <a:ext uri="{FF2B5EF4-FFF2-40B4-BE49-F238E27FC236}">
                <a16:creationId xmlns:a16="http://schemas.microsoft.com/office/drawing/2014/main" id="{12A0A500-84A3-0D32-64D4-5DFDD0A3677C}"/>
              </a:ext>
            </a:extLst>
          </p:cNvPr>
          <p:cNvSpPr txBox="1"/>
          <p:nvPr/>
        </p:nvSpPr>
        <p:spPr>
          <a:xfrm>
            <a:off x="4241372" y="2968098"/>
            <a:ext cx="1383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Anti-</a:t>
            </a:r>
            <a:r>
              <a:rPr lang="de-DE" dirty="0" err="1"/>
              <a:t>Windup</a:t>
            </a:r>
            <a:endParaRPr lang="de-CH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26936116-7FD6-7E06-18B4-7944153DCDE0}"/>
              </a:ext>
            </a:extLst>
          </p:cNvPr>
          <p:cNvSpPr/>
          <p:nvPr/>
        </p:nvSpPr>
        <p:spPr>
          <a:xfrm>
            <a:off x="6096000" y="2999471"/>
            <a:ext cx="1779152" cy="32713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dirty="0" err="1">
                <a:solidFill>
                  <a:schemeClr val="tx1"/>
                </a:solidFill>
              </a:rPr>
              <a:t>Clamping</a:t>
            </a:r>
            <a:endParaRPr lang="de-CH" dirty="0">
              <a:solidFill>
                <a:schemeClr val="tx1"/>
              </a:solidFill>
            </a:endParaRP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FBC51478-A03D-4376-A4DF-1BE3DD049480}"/>
              </a:ext>
            </a:extLst>
          </p:cNvPr>
          <p:cNvSpPr txBox="1"/>
          <p:nvPr/>
        </p:nvSpPr>
        <p:spPr>
          <a:xfrm rot="16200000">
            <a:off x="7620037" y="299189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&lt;</a:t>
            </a:r>
            <a:endParaRPr lang="de-C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19F141BE-EEF3-632F-8CC8-249B78AB502D}"/>
                  </a:ext>
                </a:extLst>
              </p:cNvPr>
              <p:cNvSpPr txBox="1"/>
              <p:nvPr/>
            </p:nvSpPr>
            <p:spPr>
              <a:xfrm>
                <a:off x="6382007" y="3901727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19F141BE-EEF3-632F-8CC8-249B78AB5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2007" y="3901727"/>
                <a:ext cx="1087821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76401EC2-100D-2AFA-1E75-7EC404538060}"/>
                  </a:ext>
                </a:extLst>
              </p:cNvPr>
              <p:cNvSpPr txBox="1"/>
              <p:nvPr/>
            </p:nvSpPr>
            <p:spPr>
              <a:xfrm>
                <a:off x="5982902" y="3885962"/>
                <a:ext cx="4371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76401EC2-100D-2AFA-1E75-7EC404538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2902" y="3885962"/>
                <a:ext cx="437171" cy="369332"/>
              </a:xfrm>
              <a:prstGeom prst="rect">
                <a:avLst/>
              </a:prstGeom>
              <a:blipFill>
                <a:blip r:embed="rId13"/>
                <a:stretch>
                  <a:fillRect t="-8197" r="-11111" b="-24590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5862724D-E8A1-8B9B-133D-E383004BD3B5}"/>
                  </a:ext>
                </a:extLst>
              </p:cNvPr>
              <p:cNvSpPr txBox="1"/>
              <p:nvPr/>
            </p:nvSpPr>
            <p:spPr>
              <a:xfrm>
                <a:off x="8139866" y="3888255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33" name="Textfeld 32">
                <a:extLst>
                  <a:ext uri="{FF2B5EF4-FFF2-40B4-BE49-F238E27FC236}">
                    <a16:creationId xmlns:a16="http://schemas.microsoft.com/office/drawing/2014/main" id="{5862724D-E8A1-8B9B-133D-E383004BD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9866" y="3888255"/>
                <a:ext cx="1087821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F4BDE262-587F-9952-57AB-55C348B65B6D}"/>
                  </a:ext>
                </a:extLst>
              </p:cNvPr>
              <p:cNvSpPr txBox="1"/>
              <p:nvPr/>
            </p:nvSpPr>
            <p:spPr>
              <a:xfrm>
                <a:off x="7740761" y="3872490"/>
                <a:ext cx="4424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F4BDE262-587F-9952-57AB-55C348B65B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0761" y="3872490"/>
                <a:ext cx="442493" cy="369332"/>
              </a:xfrm>
              <a:prstGeom prst="rect">
                <a:avLst/>
              </a:prstGeom>
              <a:blipFill>
                <a:blip r:embed="rId15"/>
                <a:stretch>
                  <a:fillRect t="-8197" r="-11111" b="-24590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845A98B7-B4CE-26E2-0684-9EDF4CFF5722}"/>
                  </a:ext>
                </a:extLst>
              </p:cNvPr>
              <p:cNvSpPr txBox="1"/>
              <p:nvPr/>
            </p:nvSpPr>
            <p:spPr>
              <a:xfrm>
                <a:off x="6427735" y="3485676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845A98B7-B4CE-26E2-0684-9EDF4CFF57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7735" y="3485676"/>
                <a:ext cx="1087821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feld 35">
            <a:extLst>
              <a:ext uri="{FF2B5EF4-FFF2-40B4-BE49-F238E27FC236}">
                <a16:creationId xmlns:a16="http://schemas.microsoft.com/office/drawing/2014/main" id="{4ADF7CE6-5F99-7B15-6208-B5A54FC41B1F}"/>
              </a:ext>
            </a:extLst>
          </p:cNvPr>
          <p:cNvSpPr txBox="1"/>
          <p:nvPr/>
        </p:nvSpPr>
        <p:spPr>
          <a:xfrm>
            <a:off x="5792872" y="3485676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min:</a:t>
            </a:r>
            <a:endParaRPr lang="de-C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feld 36">
                <a:extLst>
                  <a:ext uri="{FF2B5EF4-FFF2-40B4-BE49-F238E27FC236}">
                    <a16:creationId xmlns:a16="http://schemas.microsoft.com/office/drawing/2014/main" id="{31BD3C77-BF73-C45F-EC87-1B64836BF83F}"/>
                  </a:ext>
                </a:extLst>
              </p:cNvPr>
              <p:cNvSpPr txBox="1"/>
              <p:nvPr/>
            </p:nvSpPr>
            <p:spPr>
              <a:xfrm>
                <a:off x="8396410" y="3476779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37" name="Textfeld 36">
                <a:extLst>
                  <a:ext uri="{FF2B5EF4-FFF2-40B4-BE49-F238E27FC236}">
                    <a16:creationId xmlns:a16="http://schemas.microsoft.com/office/drawing/2014/main" id="{31BD3C77-BF73-C45F-EC87-1B64836BF8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6410" y="3476779"/>
                <a:ext cx="1087821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feld 37">
            <a:extLst>
              <a:ext uri="{FF2B5EF4-FFF2-40B4-BE49-F238E27FC236}">
                <a16:creationId xmlns:a16="http://schemas.microsoft.com/office/drawing/2014/main" id="{6501DE6B-FD2E-BA8C-5DD5-23B7A91200AE}"/>
              </a:ext>
            </a:extLst>
          </p:cNvPr>
          <p:cNvSpPr txBox="1"/>
          <p:nvPr/>
        </p:nvSpPr>
        <p:spPr>
          <a:xfrm>
            <a:off x="7759179" y="3455704"/>
            <a:ext cx="652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max</a:t>
            </a:r>
            <a:r>
              <a:rPr lang="de-DE" dirty="0"/>
              <a:t>:</a:t>
            </a:r>
            <a:endParaRPr lang="de-CH" dirty="0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B135FD6D-76D2-BB60-8CAA-01CE31EBD373}"/>
              </a:ext>
            </a:extLst>
          </p:cNvPr>
          <p:cNvSpPr txBox="1"/>
          <p:nvPr/>
        </p:nvSpPr>
        <p:spPr>
          <a:xfrm>
            <a:off x="3251679" y="3462251"/>
            <a:ext cx="26185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Stellgrössenbeschränkung</a:t>
            </a:r>
            <a:endParaRPr lang="de-CH" dirty="0"/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E5201CA6-3336-1E1B-5842-FE41D7927B54}"/>
              </a:ext>
            </a:extLst>
          </p:cNvPr>
          <p:cNvSpPr txBox="1"/>
          <p:nvPr/>
        </p:nvSpPr>
        <p:spPr>
          <a:xfrm>
            <a:off x="4241372" y="2579478"/>
            <a:ext cx="1508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Gütekriterium</a:t>
            </a:r>
            <a:endParaRPr lang="de-CH" dirty="0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F32A962-AD6E-D5D8-80EF-FB019E4A9EB3}"/>
              </a:ext>
            </a:extLst>
          </p:cNvPr>
          <p:cNvSpPr/>
          <p:nvPr/>
        </p:nvSpPr>
        <p:spPr>
          <a:xfrm>
            <a:off x="6096000" y="2610851"/>
            <a:ext cx="1779152" cy="32713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dirty="0">
                <a:solidFill>
                  <a:schemeClr val="tx1"/>
                </a:solidFill>
              </a:rPr>
              <a:t>ITAE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A9DC63C4-77C8-B43D-9DAE-67527DAE846C}"/>
              </a:ext>
            </a:extLst>
          </p:cNvPr>
          <p:cNvSpPr txBox="1"/>
          <p:nvPr/>
        </p:nvSpPr>
        <p:spPr>
          <a:xfrm rot="16200000">
            <a:off x="7620037" y="260327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&lt;</a:t>
            </a:r>
            <a:endParaRPr lang="de-CH" dirty="0"/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C118D526-1F73-A25F-0615-71CFC2397F88}"/>
              </a:ext>
            </a:extLst>
          </p:cNvPr>
          <p:cNvSpPr txBox="1"/>
          <p:nvPr/>
        </p:nvSpPr>
        <p:spPr>
          <a:xfrm>
            <a:off x="4379321" y="3901727"/>
            <a:ext cx="1603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Simulationszeit</a:t>
            </a:r>
            <a:endParaRPr lang="de-C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feld 43">
                <a:extLst>
                  <a:ext uri="{FF2B5EF4-FFF2-40B4-BE49-F238E27FC236}">
                    <a16:creationId xmlns:a16="http://schemas.microsoft.com/office/drawing/2014/main" id="{7B3514A6-3206-B31A-E699-6DFB0D11EDF6}"/>
                  </a:ext>
                </a:extLst>
              </p:cNvPr>
              <p:cNvSpPr txBox="1"/>
              <p:nvPr/>
            </p:nvSpPr>
            <p:spPr>
              <a:xfrm>
                <a:off x="5571526" y="4417573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44" name="Textfeld 43">
                <a:extLst>
                  <a:ext uri="{FF2B5EF4-FFF2-40B4-BE49-F238E27FC236}">
                    <a16:creationId xmlns:a16="http://schemas.microsoft.com/office/drawing/2014/main" id="{7B3514A6-3206-B31A-E699-6DFB0D11ED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1526" y="4417573"/>
                <a:ext cx="1087821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feld 44">
                <a:extLst>
                  <a:ext uri="{FF2B5EF4-FFF2-40B4-BE49-F238E27FC236}">
                    <a16:creationId xmlns:a16="http://schemas.microsoft.com/office/drawing/2014/main" id="{AECE2152-DD42-9C80-3175-093B0FE7E827}"/>
                  </a:ext>
                </a:extLst>
              </p:cNvPr>
              <p:cNvSpPr txBox="1"/>
              <p:nvPr/>
            </p:nvSpPr>
            <p:spPr>
              <a:xfrm>
                <a:off x="4791709" y="4409949"/>
                <a:ext cx="801501" cy="3965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45" name="Textfeld 44">
                <a:extLst>
                  <a:ext uri="{FF2B5EF4-FFF2-40B4-BE49-F238E27FC236}">
                    <a16:creationId xmlns:a16="http://schemas.microsoft.com/office/drawing/2014/main" id="{AECE2152-DD42-9C80-3175-093B0FE7E8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709" y="4409949"/>
                <a:ext cx="801501" cy="396519"/>
              </a:xfrm>
              <a:prstGeom prst="rect">
                <a:avLst/>
              </a:prstGeom>
              <a:blipFill>
                <a:blip r:embed="rId19"/>
                <a:stretch>
                  <a:fillRect t="-6154" r="-5303" b="-18462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feld 45">
                <a:extLst>
                  <a:ext uri="{FF2B5EF4-FFF2-40B4-BE49-F238E27FC236}">
                    <a16:creationId xmlns:a16="http://schemas.microsoft.com/office/drawing/2014/main" id="{48B7958A-A69F-B3D4-D482-32FF6901D3D7}"/>
                  </a:ext>
                </a:extLst>
              </p:cNvPr>
              <p:cNvSpPr txBox="1"/>
              <p:nvPr/>
            </p:nvSpPr>
            <p:spPr>
              <a:xfrm>
                <a:off x="7718411" y="4390508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46" name="Textfeld 45">
                <a:extLst>
                  <a:ext uri="{FF2B5EF4-FFF2-40B4-BE49-F238E27FC236}">
                    <a16:creationId xmlns:a16="http://schemas.microsoft.com/office/drawing/2014/main" id="{48B7958A-A69F-B3D4-D482-32FF6901D3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8411" y="4390508"/>
                <a:ext cx="1087821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feld 47">
                <a:extLst>
                  <a:ext uri="{FF2B5EF4-FFF2-40B4-BE49-F238E27FC236}">
                    <a16:creationId xmlns:a16="http://schemas.microsoft.com/office/drawing/2014/main" id="{54E14387-FAAD-9A1B-6C31-D13397BF4709}"/>
                  </a:ext>
                </a:extLst>
              </p:cNvPr>
              <p:cNvSpPr txBox="1"/>
              <p:nvPr/>
            </p:nvSpPr>
            <p:spPr>
              <a:xfrm>
                <a:off x="6898166" y="4332313"/>
                <a:ext cx="828625" cy="3945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48" name="Textfeld 47">
                <a:extLst>
                  <a:ext uri="{FF2B5EF4-FFF2-40B4-BE49-F238E27FC236}">
                    <a16:creationId xmlns:a16="http://schemas.microsoft.com/office/drawing/2014/main" id="{54E14387-FAAD-9A1B-6C31-D13397BF4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8166" y="4332313"/>
                <a:ext cx="828625" cy="394532"/>
              </a:xfrm>
              <a:prstGeom prst="rect">
                <a:avLst/>
              </a:prstGeom>
              <a:blipFill>
                <a:blip r:embed="rId21"/>
                <a:stretch>
                  <a:fillRect t="-7813" r="-4412" b="-20313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feld 48">
                <a:extLst>
                  <a:ext uri="{FF2B5EF4-FFF2-40B4-BE49-F238E27FC236}">
                    <a16:creationId xmlns:a16="http://schemas.microsoft.com/office/drawing/2014/main" id="{627C1DD7-26BA-4885-06DB-FADF2866FBD9}"/>
                  </a:ext>
                </a:extLst>
              </p:cNvPr>
              <p:cNvSpPr txBox="1"/>
              <p:nvPr/>
            </p:nvSpPr>
            <p:spPr>
              <a:xfrm>
                <a:off x="5571526" y="4821170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49" name="Textfeld 48">
                <a:extLst>
                  <a:ext uri="{FF2B5EF4-FFF2-40B4-BE49-F238E27FC236}">
                    <a16:creationId xmlns:a16="http://schemas.microsoft.com/office/drawing/2014/main" id="{627C1DD7-26BA-4885-06DB-FADF2866FB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1526" y="4821170"/>
                <a:ext cx="1087821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80709465-E897-D0A3-57B1-1409BC7ADAEE}"/>
                  </a:ext>
                </a:extLst>
              </p:cNvPr>
              <p:cNvSpPr txBox="1"/>
              <p:nvPr/>
            </p:nvSpPr>
            <p:spPr>
              <a:xfrm>
                <a:off x="4791709" y="4813546"/>
                <a:ext cx="724622" cy="3965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80709465-E897-D0A3-57B1-1409BC7ADA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709" y="4813546"/>
                <a:ext cx="724622" cy="396519"/>
              </a:xfrm>
              <a:prstGeom prst="rect">
                <a:avLst/>
              </a:prstGeom>
              <a:blipFill>
                <a:blip r:embed="rId23"/>
                <a:stretch>
                  <a:fillRect t="-7692" r="-6723" b="-18462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feld 50">
                <a:extLst>
                  <a:ext uri="{FF2B5EF4-FFF2-40B4-BE49-F238E27FC236}">
                    <a16:creationId xmlns:a16="http://schemas.microsoft.com/office/drawing/2014/main" id="{37D70594-626F-4A69-AEF2-030A5D39C375}"/>
                  </a:ext>
                </a:extLst>
              </p:cNvPr>
              <p:cNvSpPr txBox="1"/>
              <p:nvPr/>
            </p:nvSpPr>
            <p:spPr>
              <a:xfrm>
                <a:off x="7718411" y="4794105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51" name="Textfeld 50">
                <a:extLst>
                  <a:ext uri="{FF2B5EF4-FFF2-40B4-BE49-F238E27FC236}">
                    <a16:creationId xmlns:a16="http://schemas.microsoft.com/office/drawing/2014/main" id="{37D70594-626F-4A69-AEF2-030A5D39C3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8411" y="4794105"/>
                <a:ext cx="1087821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feld 51">
                <a:extLst>
                  <a:ext uri="{FF2B5EF4-FFF2-40B4-BE49-F238E27FC236}">
                    <a16:creationId xmlns:a16="http://schemas.microsoft.com/office/drawing/2014/main" id="{07C584B6-2784-1771-F2CE-A4470E47B323}"/>
                  </a:ext>
                </a:extLst>
              </p:cNvPr>
              <p:cNvSpPr txBox="1"/>
              <p:nvPr/>
            </p:nvSpPr>
            <p:spPr>
              <a:xfrm>
                <a:off x="6898166" y="4735910"/>
                <a:ext cx="756682" cy="3945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52" name="Textfeld 51">
                <a:extLst>
                  <a:ext uri="{FF2B5EF4-FFF2-40B4-BE49-F238E27FC236}">
                    <a16:creationId xmlns:a16="http://schemas.microsoft.com/office/drawing/2014/main" id="{07C584B6-2784-1771-F2CE-A4470E47B3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8166" y="4735910"/>
                <a:ext cx="756682" cy="394532"/>
              </a:xfrm>
              <a:prstGeom prst="rect">
                <a:avLst/>
              </a:prstGeom>
              <a:blipFill>
                <a:blip r:embed="rId25"/>
                <a:stretch>
                  <a:fillRect t="-7692" r="-5645" b="-18462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feld 52">
                <a:extLst>
                  <a:ext uri="{FF2B5EF4-FFF2-40B4-BE49-F238E27FC236}">
                    <a16:creationId xmlns:a16="http://schemas.microsoft.com/office/drawing/2014/main" id="{8AF71FDC-86EC-66C1-D28F-2DD493365F91}"/>
                  </a:ext>
                </a:extLst>
              </p:cNvPr>
              <p:cNvSpPr txBox="1"/>
              <p:nvPr/>
            </p:nvSpPr>
            <p:spPr>
              <a:xfrm>
                <a:off x="5571526" y="5217673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53" name="Textfeld 52">
                <a:extLst>
                  <a:ext uri="{FF2B5EF4-FFF2-40B4-BE49-F238E27FC236}">
                    <a16:creationId xmlns:a16="http://schemas.microsoft.com/office/drawing/2014/main" id="{8AF71FDC-86EC-66C1-D28F-2DD493365F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1526" y="5217673"/>
                <a:ext cx="1087821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feld 53">
                <a:extLst>
                  <a:ext uri="{FF2B5EF4-FFF2-40B4-BE49-F238E27FC236}">
                    <a16:creationId xmlns:a16="http://schemas.microsoft.com/office/drawing/2014/main" id="{9BE456D4-1B26-36A7-4FDC-33D7050F563E}"/>
                  </a:ext>
                </a:extLst>
              </p:cNvPr>
              <p:cNvSpPr txBox="1"/>
              <p:nvPr/>
            </p:nvSpPr>
            <p:spPr>
              <a:xfrm>
                <a:off x="4791709" y="5210049"/>
                <a:ext cx="772712" cy="3965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54" name="Textfeld 53">
                <a:extLst>
                  <a:ext uri="{FF2B5EF4-FFF2-40B4-BE49-F238E27FC236}">
                    <a16:creationId xmlns:a16="http://schemas.microsoft.com/office/drawing/2014/main" id="{9BE456D4-1B26-36A7-4FDC-33D7050F56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709" y="5210049"/>
                <a:ext cx="772712" cy="396519"/>
              </a:xfrm>
              <a:prstGeom prst="rect">
                <a:avLst/>
              </a:prstGeom>
              <a:blipFill>
                <a:blip r:embed="rId27"/>
                <a:stretch>
                  <a:fillRect t="-7692" r="-5512" b="-18462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5A319826-20A0-D9CA-0021-27BE08DC0526}"/>
                  </a:ext>
                </a:extLst>
              </p:cNvPr>
              <p:cNvSpPr txBox="1"/>
              <p:nvPr/>
            </p:nvSpPr>
            <p:spPr>
              <a:xfrm>
                <a:off x="7718411" y="5190608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55" name="Textfeld 54">
                <a:extLst>
                  <a:ext uri="{FF2B5EF4-FFF2-40B4-BE49-F238E27FC236}">
                    <a16:creationId xmlns:a16="http://schemas.microsoft.com/office/drawing/2014/main" id="{5A319826-20A0-D9CA-0021-27BE08DC0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8411" y="5190608"/>
                <a:ext cx="1087821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DBCF16EF-665E-EDD6-0712-3FDEDFD2552B}"/>
                  </a:ext>
                </a:extLst>
              </p:cNvPr>
              <p:cNvSpPr txBox="1"/>
              <p:nvPr/>
            </p:nvSpPr>
            <p:spPr>
              <a:xfrm>
                <a:off x="6898166" y="5132413"/>
                <a:ext cx="804772" cy="3945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56" name="Textfeld 55">
                <a:extLst>
                  <a:ext uri="{FF2B5EF4-FFF2-40B4-BE49-F238E27FC236}">
                    <a16:creationId xmlns:a16="http://schemas.microsoft.com/office/drawing/2014/main" id="{DBCF16EF-665E-EDD6-0712-3FDEDFD255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8166" y="5132413"/>
                <a:ext cx="804772" cy="394532"/>
              </a:xfrm>
              <a:prstGeom prst="rect">
                <a:avLst/>
              </a:prstGeom>
              <a:blipFill>
                <a:blip r:embed="rId29"/>
                <a:stretch>
                  <a:fillRect t="-7692" r="-5303" b="-18462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07793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BF556-C89B-7208-F9C8-1F0939384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DF764CC-93E9-8B72-0AEE-A40FFE197EFF}"/>
              </a:ext>
            </a:extLst>
          </p:cNvPr>
          <p:cNvSpPr/>
          <p:nvPr/>
        </p:nvSpPr>
        <p:spPr>
          <a:xfrm>
            <a:off x="786962" y="248307"/>
            <a:ext cx="10618076" cy="6361386"/>
          </a:xfrm>
          <a:prstGeom prst="rect">
            <a:avLst/>
          </a:prstGeom>
          <a:noFill/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1ADFE5C-F83A-0974-3A65-DEEFB28DA1C5}"/>
              </a:ext>
            </a:extLst>
          </p:cNvPr>
          <p:cNvSpPr/>
          <p:nvPr/>
        </p:nvSpPr>
        <p:spPr>
          <a:xfrm>
            <a:off x="786962" y="248307"/>
            <a:ext cx="1908941" cy="63613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Rechteck: abgerundete Ecken 5">
            <a:hlinkClick r:id="rId2" action="ppaction://hlinksldjump"/>
            <a:extLst>
              <a:ext uri="{FF2B5EF4-FFF2-40B4-BE49-F238E27FC236}">
                <a16:creationId xmlns:a16="http://schemas.microsoft.com/office/drawing/2014/main" id="{191E984F-6374-99DE-AFE9-5BA05E414D89}"/>
              </a:ext>
            </a:extLst>
          </p:cNvPr>
          <p:cNvSpPr/>
          <p:nvPr/>
        </p:nvSpPr>
        <p:spPr>
          <a:xfrm>
            <a:off x="786962" y="945931"/>
            <a:ext cx="1908941" cy="536028"/>
          </a:xfrm>
          <a:prstGeom prst="roundRect">
            <a:avLst/>
          </a:prstGeom>
          <a:solidFill>
            <a:srgbClr val="B4C7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Regelstrecke</a:t>
            </a:r>
            <a:endParaRPr lang="de-CH" dirty="0"/>
          </a:p>
        </p:txBody>
      </p:sp>
      <p:sp>
        <p:nvSpPr>
          <p:cNvPr id="7" name="Rechteck: abgerundete Ecken 6">
            <a:hlinkClick r:id="rId3" action="ppaction://hlinksldjump"/>
            <a:extLst>
              <a:ext uri="{FF2B5EF4-FFF2-40B4-BE49-F238E27FC236}">
                <a16:creationId xmlns:a16="http://schemas.microsoft.com/office/drawing/2014/main" id="{CB1BD4F9-ECC5-743D-6E2D-5405FE37CF15}"/>
              </a:ext>
            </a:extLst>
          </p:cNvPr>
          <p:cNvSpPr/>
          <p:nvPr/>
        </p:nvSpPr>
        <p:spPr>
          <a:xfrm>
            <a:off x="786962" y="1481959"/>
            <a:ext cx="1908941" cy="53602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Anregung</a:t>
            </a:r>
            <a:endParaRPr lang="de-CH" dirty="0"/>
          </a:p>
        </p:txBody>
      </p:sp>
      <p:sp>
        <p:nvSpPr>
          <p:cNvPr id="8" name="Rechteck: abgerundete Ecken 7">
            <a:hlinkClick r:id="rId4" action="ppaction://hlinksldjump"/>
            <a:extLst>
              <a:ext uri="{FF2B5EF4-FFF2-40B4-BE49-F238E27FC236}">
                <a16:creationId xmlns:a16="http://schemas.microsoft.com/office/drawing/2014/main" id="{1DB9F5AC-AD27-19F6-C4F5-BBFB1662FED5}"/>
              </a:ext>
            </a:extLst>
          </p:cNvPr>
          <p:cNvSpPr/>
          <p:nvPr/>
        </p:nvSpPr>
        <p:spPr>
          <a:xfrm>
            <a:off x="786962" y="2017987"/>
            <a:ext cx="1908941" cy="53602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PSO</a:t>
            </a:r>
            <a:endParaRPr lang="de-CH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D4F6E8B1-FA51-6FF8-27F9-BD1E50633D7A}"/>
              </a:ext>
            </a:extLst>
          </p:cNvPr>
          <p:cNvSpPr/>
          <p:nvPr/>
        </p:nvSpPr>
        <p:spPr>
          <a:xfrm>
            <a:off x="786961" y="2554015"/>
            <a:ext cx="1908941" cy="536028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Auswertung</a:t>
            </a:r>
            <a:endParaRPr lang="de-CH" dirty="0"/>
          </a:p>
        </p:txBody>
      </p:sp>
      <p:pic>
        <p:nvPicPr>
          <p:cNvPr id="1028" name="Picture 4" descr="Png File - Settings Icon, Transparent Png - 980x982(#857091) - PngFind">
            <a:hlinkClick r:id="rId5" action="ppaction://hlinksldjump"/>
            <a:extLst>
              <a:ext uri="{FF2B5EF4-FFF2-40B4-BE49-F238E27FC236}">
                <a16:creationId xmlns:a16="http://schemas.microsoft.com/office/drawing/2014/main" id="{7F513404-CD6B-F344-D0CA-7640EEA7ED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0" b="100000" l="0" r="100000">
                        <a14:foregroundMark x1="46119" y1="31304" x2="46119" y2="3130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248" y="6081392"/>
            <a:ext cx="435172" cy="457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1F2E5ADA-BA6D-56D4-B4DF-4560E4F97DBB}"/>
              </a:ext>
            </a:extLst>
          </p:cNvPr>
          <p:cNvGrpSpPr>
            <a:grpSpLocks noChangeAspect="1"/>
          </p:cNvGrpSpPr>
          <p:nvPr/>
        </p:nvGrpSpPr>
        <p:grpSpPr>
          <a:xfrm>
            <a:off x="4371647" y="4294837"/>
            <a:ext cx="2441370" cy="1839810"/>
            <a:chOff x="5056710" y="2685159"/>
            <a:chExt cx="3987519" cy="3004983"/>
          </a:xfrm>
        </p:grpSpPr>
        <p:pic>
          <p:nvPicPr>
            <p:cNvPr id="2" name="Grafik 1">
              <a:extLst>
                <a:ext uri="{FF2B5EF4-FFF2-40B4-BE49-F238E27FC236}">
                  <a16:creationId xmlns:a16="http://schemas.microsoft.com/office/drawing/2014/main" id="{9605421D-4849-0BE3-1D57-4FC32A9F913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056710" y="2685159"/>
              <a:ext cx="3987519" cy="3004983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D766CDEF-F67D-9F58-0D7A-C010AFD980B0}"/>
                    </a:ext>
                  </a:extLst>
                </p:cNvPr>
                <p:cNvSpPr txBox="1"/>
                <p:nvPr/>
              </p:nvSpPr>
              <p:spPr>
                <a:xfrm>
                  <a:off x="6530340" y="3772151"/>
                  <a:ext cx="1448858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4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de-DE" sz="4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4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m:oMathPara>
                  </a14:m>
                  <a:endParaRPr lang="de-CH" sz="4800" dirty="0"/>
                </a:p>
              </p:txBody>
            </p:sp>
          </mc:Choice>
          <mc:Fallback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D766CDEF-F67D-9F58-0D7A-C010AFD980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0340" y="3772151"/>
                  <a:ext cx="1448858" cy="830997"/>
                </a:xfrm>
                <a:prstGeom prst="rect">
                  <a:avLst/>
                </a:prstGeom>
                <a:blipFill>
                  <a:blip r:embed="rId9"/>
                  <a:stretch>
                    <a:fillRect r="-29452" b="-48193"/>
                  </a:stretch>
                </a:blipFill>
              </p:spPr>
              <p:txBody>
                <a:bodyPr/>
                <a:lstStyle/>
                <a:p>
                  <a:r>
                    <a:rPr lang="de-CH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90535913-2FE3-B564-37FB-2582325DF653}"/>
              </a:ext>
            </a:extLst>
          </p:cNvPr>
          <p:cNvGrpSpPr>
            <a:grpSpLocks noChangeAspect="1"/>
          </p:cNvGrpSpPr>
          <p:nvPr/>
        </p:nvGrpSpPr>
        <p:grpSpPr>
          <a:xfrm>
            <a:off x="7063182" y="4294836"/>
            <a:ext cx="2441370" cy="1839810"/>
            <a:chOff x="5056710" y="2685159"/>
            <a:chExt cx="3987519" cy="3004983"/>
          </a:xfrm>
        </p:grpSpPr>
        <p:pic>
          <p:nvPicPr>
            <p:cNvPr id="21" name="Grafik 20">
              <a:extLst>
                <a:ext uri="{FF2B5EF4-FFF2-40B4-BE49-F238E27FC236}">
                  <a16:creationId xmlns:a16="http://schemas.microsoft.com/office/drawing/2014/main" id="{9DCC61FB-ACB1-4B25-A1AC-79DE966C68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056710" y="2685159"/>
              <a:ext cx="3987519" cy="3004983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feld 21">
                  <a:extLst>
                    <a:ext uri="{FF2B5EF4-FFF2-40B4-BE49-F238E27FC236}">
                      <a16:creationId xmlns:a16="http://schemas.microsoft.com/office/drawing/2014/main" id="{BE6CD294-5553-EB62-E467-E7A00DF9AF3B}"/>
                    </a:ext>
                  </a:extLst>
                </p:cNvPr>
                <p:cNvSpPr txBox="1"/>
                <p:nvPr/>
              </p:nvSpPr>
              <p:spPr>
                <a:xfrm>
                  <a:off x="6530340" y="3772151"/>
                  <a:ext cx="2387907" cy="13572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48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4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4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m:oMathPara>
                  </a14:m>
                  <a:endParaRPr lang="de-CH" sz="4800" dirty="0"/>
                </a:p>
              </p:txBody>
            </p:sp>
          </mc:Choice>
          <mc:Fallback>
            <p:sp>
              <p:nvSpPr>
                <p:cNvPr id="22" name="Textfeld 21">
                  <a:extLst>
                    <a:ext uri="{FF2B5EF4-FFF2-40B4-BE49-F238E27FC236}">
                      <a16:creationId xmlns:a16="http://schemas.microsoft.com/office/drawing/2014/main" id="{BE6CD294-5553-EB62-E467-E7A00DF9AF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0340" y="3772151"/>
                  <a:ext cx="2387907" cy="13572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CH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28CB16A9-C19E-4D75-8B63-AFE42BA94DCC}"/>
                  </a:ext>
                </a:extLst>
              </p:cNvPr>
              <p:cNvSpPr txBox="1"/>
              <p:nvPr/>
            </p:nvSpPr>
            <p:spPr>
              <a:xfrm>
                <a:off x="5937286" y="820814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28CB16A9-C19E-4D75-8B63-AFE42BA94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7286" y="820814"/>
                <a:ext cx="1087821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ADDE618B-3573-2245-C42B-30C776F3CF12}"/>
                  </a:ext>
                </a:extLst>
              </p:cNvPr>
              <p:cNvSpPr txBox="1"/>
              <p:nvPr/>
            </p:nvSpPr>
            <p:spPr>
              <a:xfrm>
                <a:off x="5157469" y="813190"/>
                <a:ext cx="508024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ADDE618B-3573-2245-C42B-30C776F3CF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7469" y="813190"/>
                <a:ext cx="508024" cy="390748"/>
              </a:xfrm>
              <a:prstGeom prst="rect">
                <a:avLst/>
              </a:prstGeom>
              <a:blipFill>
                <a:blip r:embed="rId12"/>
                <a:stretch>
                  <a:fillRect t="-6250" r="-9639" b="-20313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5FE6A32F-EF79-9C77-9C32-D4EA54F28B5B}"/>
                  </a:ext>
                </a:extLst>
              </p:cNvPr>
              <p:cNvSpPr txBox="1"/>
              <p:nvPr/>
            </p:nvSpPr>
            <p:spPr>
              <a:xfrm>
                <a:off x="5937286" y="1224411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5.8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25" name="Textfeld 24">
                <a:extLst>
                  <a:ext uri="{FF2B5EF4-FFF2-40B4-BE49-F238E27FC236}">
                    <a16:creationId xmlns:a16="http://schemas.microsoft.com/office/drawing/2014/main" id="{5FE6A32F-EF79-9C77-9C32-D4EA54F28B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7286" y="1224411"/>
                <a:ext cx="1087821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BDCEC572-976B-910E-74C3-00A01E267E1F}"/>
                  </a:ext>
                </a:extLst>
              </p:cNvPr>
              <p:cNvSpPr txBox="1"/>
              <p:nvPr/>
            </p:nvSpPr>
            <p:spPr>
              <a:xfrm>
                <a:off x="5157469" y="1216787"/>
                <a:ext cx="4348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BDCEC572-976B-910E-74C3-00A01E267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7469" y="1216787"/>
                <a:ext cx="434863" cy="369332"/>
              </a:xfrm>
              <a:prstGeom prst="rect">
                <a:avLst/>
              </a:prstGeom>
              <a:blipFill>
                <a:blip r:embed="rId14"/>
                <a:stretch>
                  <a:fillRect t="-10000" r="-11268" b="-26667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A5113403-2D94-AE33-831E-82757BE237AF}"/>
                  </a:ext>
                </a:extLst>
              </p:cNvPr>
              <p:cNvSpPr txBox="1"/>
              <p:nvPr/>
            </p:nvSpPr>
            <p:spPr>
              <a:xfrm>
                <a:off x="5937286" y="1620914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3.8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A5113403-2D94-AE33-831E-82757BE237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7286" y="1620914"/>
                <a:ext cx="1087821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AA28C1E9-8E30-73F9-DC03-854C71DA67ED}"/>
                  </a:ext>
                </a:extLst>
              </p:cNvPr>
              <p:cNvSpPr txBox="1"/>
              <p:nvPr/>
            </p:nvSpPr>
            <p:spPr>
              <a:xfrm>
                <a:off x="5157469" y="1613290"/>
                <a:ext cx="4825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AA28C1E9-8E30-73F9-DC03-854C71DA67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7469" y="1613290"/>
                <a:ext cx="482504" cy="369332"/>
              </a:xfrm>
              <a:prstGeom prst="rect">
                <a:avLst/>
              </a:prstGeom>
              <a:blipFill>
                <a:blip r:embed="rId16"/>
                <a:stretch>
                  <a:fillRect t="-10000" r="-10127" b="-26667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feld 28">
            <a:extLst>
              <a:ext uri="{FF2B5EF4-FFF2-40B4-BE49-F238E27FC236}">
                <a16:creationId xmlns:a16="http://schemas.microsoft.com/office/drawing/2014/main" id="{12CE5774-24CB-8600-87FD-0B514998642B}"/>
              </a:ext>
            </a:extLst>
          </p:cNvPr>
          <p:cNvSpPr txBox="1"/>
          <p:nvPr/>
        </p:nvSpPr>
        <p:spPr>
          <a:xfrm>
            <a:off x="5111910" y="2364401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Führungssprung</a:t>
            </a:r>
            <a:endParaRPr lang="de-CH" dirty="0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59AAB2CD-EFEE-BBB0-95CC-5CA47D7302A1}"/>
              </a:ext>
            </a:extLst>
          </p:cNvPr>
          <p:cNvSpPr/>
          <p:nvPr/>
        </p:nvSpPr>
        <p:spPr>
          <a:xfrm>
            <a:off x="4820248" y="2403236"/>
            <a:ext cx="291662" cy="29166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</a:rPr>
              <a:t>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62CA3F0C-D9CD-5D21-27FF-15C2D23C4B3D}"/>
                  </a:ext>
                </a:extLst>
              </p:cNvPr>
              <p:cNvSpPr txBox="1"/>
              <p:nvPr/>
            </p:nvSpPr>
            <p:spPr>
              <a:xfrm>
                <a:off x="6840586" y="2364401"/>
                <a:ext cx="20958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=1⋅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de-CH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62CA3F0C-D9CD-5D21-27FF-15C2D23C4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586" y="2364401"/>
                <a:ext cx="2095830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feld 31">
            <a:extLst>
              <a:ext uri="{FF2B5EF4-FFF2-40B4-BE49-F238E27FC236}">
                <a16:creationId xmlns:a16="http://schemas.microsoft.com/office/drawing/2014/main" id="{1C3D1026-FFA3-82E3-7E58-F235F4A11167}"/>
              </a:ext>
            </a:extLst>
          </p:cNvPr>
          <p:cNvSpPr txBox="1"/>
          <p:nvPr/>
        </p:nvSpPr>
        <p:spPr>
          <a:xfrm>
            <a:off x="4820248" y="2055294"/>
            <a:ext cx="10937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Anregung</a:t>
            </a:r>
            <a:endParaRPr lang="de-CH" dirty="0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106AC7B8-8B09-79C6-E04B-B167E0D64B1E}"/>
              </a:ext>
            </a:extLst>
          </p:cNvPr>
          <p:cNvSpPr txBox="1"/>
          <p:nvPr/>
        </p:nvSpPr>
        <p:spPr>
          <a:xfrm>
            <a:off x="5111910" y="2786785"/>
            <a:ext cx="1166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Störgrösse</a:t>
            </a:r>
            <a:endParaRPr lang="de-CH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9310DECD-7947-C7DE-CD0B-3EBA8911B7A6}"/>
              </a:ext>
            </a:extLst>
          </p:cNvPr>
          <p:cNvSpPr/>
          <p:nvPr/>
        </p:nvSpPr>
        <p:spPr>
          <a:xfrm>
            <a:off x="4820248" y="2825620"/>
            <a:ext cx="291662" cy="29166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</a:rPr>
              <a:t>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0E18CD3C-D7C5-CF46-8A05-BE94C73917C0}"/>
                  </a:ext>
                </a:extLst>
              </p:cNvPr>
              <p:cNvSpPr txBox="1"/>
              <p:nvPr/>
            </p:nvSpPr>
            <p:spPr>
              <a:xfrm>
                <a:off x="6840586" y="2786785"/>
                <a:ext cx="20958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=1⋅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de-CH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0E18CD3C-D7C5-CF46-8A05-BE94C7391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586" y="2786785"/>
                <a:ext cx="2095830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feld 35">
            <a:extLst>
              <a:ext uri="{FF2B5EF4-FFF2-40B4-BE49-F238E27FC236}">
                <a16:creationId xmlns:a16="http://schemas.microsoft.com/office/drawing/2014/main" id="{5552B274-D901-D792-6554-C21C03D0E7D4}"/>
              </a:ext>
            </a:extLst>
          </p:cNvPr>
          <p:cNvSpPr txBox="1"/>
          <p:nvPr/>
        </p:nvSpPr>
        <p:spPr>
          <a:xfrm>
            <a:off x="5111910" y="3170334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Messstörgrösse</a:t>
            </a:r>
            <a:endParaRPr lang="de-CH" dirty="0"/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FF99D7F1-06D4-3642-7DEE-BDE31D7E40C4}"/>
              </a:ext>
            </a:extLst>
          </p:cNvPr>
          <p:cNvSpPr/>
          <p:nvPr/>
        </p:nvSpPr>
        <p:spPr>
          <a:xfrm>
            <a:off x="4820248" y="3209169"/>
            <a:ext cx="291662" cy="29166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</a:rPr>
              <a:t>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B6834C5B-82DF-B342-87E4-4E49131E7AB0}"/>
                  </a:ext>
                </a:extLst>
              </p:cNvPr>
              <p:cNvSpPr txBox="1"/>
              <p:nvPr/>
            </p:nvSpPr>
            <p:spPr>
              <a:xfrm>
                <a:off x="6840586" y="3170334"/>
                <a:ext cx="20958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=1⋅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de-CH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B6834C5B-82DF-B342-87E4-4E49131E7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586" y="3170334"/>
                <a:ext cx="2095830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83A946C9-0B63-08C6-AC96-809E47006918}"/>
                  </a:ext>
                </a:extLst>
              </p:cNvPr>
              <p:cNvSpPr txBox="1"/>
              <p:nvPr/>
            </p:nvSpPr>
            <p:spPr>
              <a:xfrm>
                <a:off x="6474776" y="3629461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83A946C9-0B63-08C6-AC96-809E470069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4776" y="3629461"/>
                <a:ext cx="1087821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8E0A023C-B342-D0CF-8D73-5FDDB2E1EDEB}"/>
                  </a:ext>
                </a:extLst>
              </p:cNvPr>
              <p:cNvSpPr txBox="1"/>
              <p:nvPr/>
            </p:nvSpPr>
            <p:spPr>
              <a:xfrm>
                <a:off x="6075671" y="3613696"/>
                <a:ext cx="4371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8E0A023C-B342-D0CF-8D73-5FDDB2E1E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5671" y="3613696"/>
                <a:ext cx="437171" cy="369332"/>
              </a:xfrm>
              <a:prstGeom prst="rect">
                <a:avLst/>
              </a:prstGeom>
              <a:blipFill>
                <a:blip r:embed="rId21"/>
                <a:stretch>
                  <a:fillRect t="-10000" r="-11268" b="-26667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E5114839-9197-9F15-BC31-B718028B5510}"/>
                  </a:ext>
                </a:extLst>
              </p:cNvPr>
              <p:cNvSpPr txBox="1"/>
              <p:nvPr/>
            </p:nvSpPr>
            <p:spPr>
              <a:xfrm>
                <a:off x="8232635" y="3615989"/>
                <a:ext cx="1087821" cy="36933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de-CH" dirty="0"/>
              </a:p>
            </p:txBody>
          </p:sp>
        </mc:Choice>
        <mc:Fallback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E5114839-9197-9F15-BC31-B718028B55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2635" y="3615989"/>
                <a:ext cx="1087821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feld 41">
                <a:extLst>
                  <a:ext uri="{FF2B5EF4-FFF2-40B4-BE49-F238E27FC236}">
                    <a16:creationId xmlns:a16="http://schemas.microsoft.com/office/drawing/2014/main" id="{C26D07E4-19AE-6560-66B5-9CBFE319D98C}"/>
                  </a:ext>
                </a:extLst>
              </p:cNvPr>
              <p:cNvSpPr txBox="1"/>
              <p:nvPr/>
            </p:nvSpPr>
            <p:spPr>
              <a:xfrm>
                <a:off x="7833530" y="3600224"/>
                <a:ext cx="4424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:</a:t>
                </a:r>
                <a:endParaRPr lang="de-CH" dirty="0"/>
              </a:p>
            </p:txBody>
          </p:sp>
        </mc:Choice>
        <mc:Fallback>
          <p:sp>
            <p:nvSpPr>
              <p:cNvPr id="42" name="Textfeld 41">
                <a:extLst>
                  <a:ext uri="{FF2B5EF4-FFF2-40B4-BE49-F238E27FC236}">
                    <a16:creationId xmlns:a16="http://schemas.microsoft.com/office/drawing/2014/main" id="{C26D07E4-19AE-6560-66B5-9CBFE319D9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3530" y="3600224"/>
                <a:ext cx="442493" cy="369332"/>
              </a:xfrm>
              <a:prstGeom prst="rect">
                <a:avLst/>
              </a:prstGeom>
              <a:blipFill>
                <a:blip r:embed="rId23"/>
                <a:stretch>
                  <a:fillRect t="-10000" r="-10959" b="-26667"/>
                </a:stretch>
              </a:blipFill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feld 42">
            <a:extLst>
              <a:ext uri="{FF2B5EF4-FFF2-40B4-BE49-F238E27FC236}">
                <a16:creationId xmlns:a16="http://schemas.microsoft.com/office/drawing/2014/main" id="{E881AE7D-D516-B826-A67B-03527A2F995E}"/>
              </a:ext>
            </a:extLst>
          </p:cNvPr>
          <p:cNvSpPr txBox="1"/>
          <p:nvPr/>
        </p:nvSpPr>
        <p:spPr>
          <a:xfrm>
            <a:off x="4472090" y="3629461"/>
            <a:ext cx="1603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Simulationszeit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219020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301BE-6FA3-6CB1-2854-9B5A35F8D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EE005962-E61D-A95B-A2B5-634F151C2713}"/>
              </a:ext>
            </a:extLst>
          </p:cNvPr>
          <p:cNvSpPr/>
          <p:nvPr/>
        </p:nvSpPr>
        <p:spPr>
          <a:xfrm>
            <a:off x="786962" y="248307"/>
            <a:ext cx="10618076" cy="6361386"/>
          </a:xfrm>
          <a:prstGeom prst="rect">
            <a:avLst/>
          </a:prstGeom>
          <a:noFill/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1946B31-5FD7-9E62-E173-AC938CDB75A3}"/>
              </a:ext>
            </a:extLst>
          </p:cNvPr>
          <p:cNvSpPr/>
          <p:nvPr/>
        </p:nvSpPr>
        <p:spPr>
          <a:xfrm>
            <a:off x="786962" y="248307"/>
            <a:ext cx="1908941" cy="63613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AC2EDFAD-2268-B06F-2427-313BA3F7DDA9}"/>
              </a:ext>
            </a:extLst>
          </p:cNvPr>
          <p:cNvSpPr/>
          <p:nvPr/>
        </p:nvSpPr>
        <p:spPr>
          <a:xfrm>
            <a:off x="786962" y="945931"/>
            <a:ext cx="1908941" cy="536028"/>
          </a:xfrm>
          <a:prstGeom prst="roundRect">
            <a:avLst/>
          </a:prstGeom>
          <a:solidFill>
            <a:srgbClr val="B4C7E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Regelstrecke</a:t>
            </a:r>
            <a:endParaRPr lang="de-CH" dirty="0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9DB12D0C-36D5-EEAF-BB46-D8D56D01DC44}"/>
              </a:ext>
            </a:extLst>
          </p:cNvPr>
          <p:cNvSpPr/>
          <p:nvPr/>
        </p:nvSpPr>
        <p:spPr>
          <a:xfrm>
            <a:off x="786962" y="1481959"/>
            <a:ext cx="1908941" cy="53602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Anregung</a:t>
            </a:r>
            <a:endParaRPr lang="de-CH" dirty="0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7149D802-7845-FAB3-066D-6CDDC982E7A9}"/>
              </a:ext>
            </a:extLst>
          </p:cNvPr>
          <p:cNvSpPr/>
          <p:nvPr/>
        </p:nvSpPr>
        <p:spPr>
          <a:xfrm>
            <a:off x="786962" y="2017987"/>
            <a:ext cx="1908941" cy="53602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PSO</a:t>
            </a:r>
            <a:endParaRPr lang="de-CH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2628FC24-CCBB-F29A-279F-124F74196554}"/>
              </a:ext>
            </a:extLst>
          </p:cNvPr>
          <p:cNvSpPr/>
          <p:nvPr/>
        </p:nvSpPr>
        <p:spPr>
          <a:xfrm>
            <a:off x="786961" y="2554015"/>
            <a:ext cx="1908941" cy="53602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Auswertung</a:t>
            </a:r>
            <a:endParaRPr lang="de-CH" dirty="0"/>
          </a:p>
        </p:txBody>
      </p:sp>
      <p:pic>
        <p:nvPicPr>
          <p:cNvPr id="1028" name="Picture 4" descr="Png File - Settings Icon, Transparent Png - 980x982(#857091) - PngFind">
            <a:extLst>
              <a:ext uri="{FF2B5EF4-FFF2-40B4-BE49-F238E27FC236}">
                <a16:creationId xmlns:a16="http://schemas.microsoft.com/office/drawing/2014/main" id="{5CF3D038-3312-DB82-006A-7C8140E453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100000" l="0" r="100000">
                        <a14:foregroundMark x1="46119" y1="31304" x2="46119" y2="3130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248" y="6081392"/>
            <a:ext cx="435172" cy="457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2F529AF3-AFC1-A34A-C33B-62E515EDB187}"/>
              </a:ext>
            </a:extLst>
          </p:cNvPr>
          <p:cNvSpPr txBox="1"/>
          <p:nvPr/>
        </p:nvSpPr>
        <p:spPr>
          <a:xfrm>
            <a:off x="5630485" y="1749973"/>
            <a:ext cx="933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Sprache</a:t>
            </a:r>
            <a:endParaRPr lang="de-CH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56DAF18-098D-6887-74BD-F0BA4ECC752A}"/>
              </a:ext>
            </a:extLst>
          </p:cNvPr>
          <p:cNvSpPr txBox="1"/>
          <p:nvPr/>
        </p:nvSpPr>
        <p:spPr>
          <a:xfrm>
            <a:off x="5801108" y="2802219"/>
            <a:ext cx="762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Solver</a:t>
            </a:r>
            <a:endParaRPr lang="de-CH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8FEF213-4726-6EB5-8E88-ABE891F50F3A}"/>
              </a:ext>
            </a:extLst>
          </p:cNvPr>
          <p:cNvSpPr txBox="1"/>
          <p:nvPr/>
        </p:nvSpPr>
        <p:spPr>
          <a:xfrm>
            <a:off x="5436905" y="3378548"/>
            <a:ext cx="1126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Zeitschritt</a:t>
            </a:r>
            <a:endParaRPr lang="de-CH" dirty="0"/>
          </a:p>
        </p:txBody>
      </p: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719536F4-F385-F20D-EAD5-34154DB93ED6}"/>
              </a:ext>
            </a:extLst>
          </p:cNvPr>
          <p:cNvGrpSpPr/>
          <p:nvPr/>
        </p:nvGrpSpPr>
        <p:grpSpPr>
          <a:xfrm>
            <a:off x="6936827" y="1686910"/>
            <a:ext cx="1254123" cy="472965"/>
            <a:chOff x="6936827" y="1686910"/>
            <a:chExt cx="1254123" cy="472965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63687020-57E2-BFDD-87FB-8ECC61C53ECA}"/>
                </a:ext>
              </a:extLst>
            </p:cNvPr>
            <p:cNvSpPr/>
            <p:nvPr/>
          </p:nvSpPr>
          <p:spPr>
            <a:xfrm>
              <a:off x="6936827" y="1686910"/>
              <a:ext cx="1213945" cy="47296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de-DE" dirty="0">
                  <a:solidFill>
                    <a:schemeClr val="tx1"/>
                  </a:solidFill>
                </a:rPr>
                <a:t>Deutsch</a:t>
              </a:r>
              <a:endParaRPr lang="de-CH" dirty="0">
                <a:solidFill>
                  <a:schemeClr val="tx1"/>
                </a:solidFill>
              </a:endParaRPr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7372D378-F2F1-8EEB-F5EE-DBE14488B863}"/>
                </a:ext>
              </a:extLst>
            </p:cNvPr>
            <p:cNvSpPr txBox="1"/>
            <p:nvPr/>
          </p:nvSpPr>
          <p:spPr>
            <a:xfrm rot="16200000">
              <a:off x="7856243" y="1749973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&lt;</a:t>
              </a:r>
              <a:endParaRPr lang="de-CH" dirty="0"/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05A59235-5005-9571-283A-B6327D39C39C}"/>
              </a:ext>
            </a:extLst>
          </p:cNvPr>
          <p:cNvGrpSpPr/>
          <p:nvPr/>
        </p:nvGrpSpPr>
        <p:grpSpPr>
          <a:xfrm>
            <a:off x="6936827" y="2732429"/>
            <a:ext cx="1254123" cy="472965"/>
            <a:chOff x="6936827" y="1686910"/>
            <a:chExt cx="1254123" cy="472965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F514C980-7C72-0BDA-8BCA-CD8254605197}"/>
                </a:ext>
              </a:extLst>
            </p:cNvPr>
            <p:cNvSpPr/>
            <p:nvPr/>
          </p:nvSpPr>
          <p:spPr>
            <a:xfrm>
              <a:off x="6936827" y="1686910"/>
              <a:ext cx="1213945" cy="47296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de-DE" dirty="0">
                  <a:solidFill>
                    <a:schemeClr val="tx1"/>
                  </a:solidFill>
                </a:rPr>
                <a:t>RK4</a:t>
              </a:r>
              <a:endParaRPr lang="de-CH" dirty="0">
                <a:solidFill>
                  <a:schemeClr val="tx1"/>
                </a:solidFill>
              </a:endParaRPr>
            </a:p>
          </p:txBody>
        </p: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CF38D94E-71EE-125F-64E8-E4F9B98B2D73}"/>
                </a:ext>
              </a:extLst>
            </p:cNvPr>
            <p:cNvSpPr txBox="1"/>
            <p:nvPr/>
          </p:nvSpPr>
          <p:spPr>
            <a:xfrm rot="16200000">
              <a:off x="7856243" y="1749973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&lt;</a:t>
              </a:r>
              <a:endParaRPr lang="de-CH" dirty="0"/>
            </a:p>
          </p:txBody>
        </p:sp>
      </p:grpSp>
      <p:sp>
        <p:nvSpPr>
          <p:cNvPr id="26" name="Rechteck 25">
            <a:extLst>
              <a:ext uri="{FF2B5EF4-FFF2-40B4-BE49-F238E27FC236}">
                <a16:creationId xmlns:a16="http://schemas.microsoft.com/office/drawing/2014/main" id="{2FAD1C0E-862F-F9AD-D148-5DBB0A3849C8}"/>
              </a:ext>
            </a:extLst>
          </p:cNvPr>
          <p:cNvSpPr/>
          <p:nvPr/>
        </p:nvSpPr>
        <p:spPr>
          <a:xfrm>
            <a:off x="6936827" y="3326732"/>
            <a:ext cx="1213945" cy="47296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dirty="0">
                <a:solidFill>
                  <a:schemeClr val="tx1"/>
                </a:solidFill>
              </a:rPr>
              <a:t>0.0001</a:t>
            </a:r>
            <a:endParaRPr lang="de-CH" dirty="0">
              <a:solidFill>
                <a:schemeClr val="tx1"/>
              </a:solidFill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5839D84B-6C5C-F0E1-9AC8-598D7D83D5D4}"/>
              </a:ext>
            </a:extLst>
          </p:cNvPr>
          <p:cNvSpPr txBox="1"/>
          <p:nvPr/>
        </p:nvSpPr>
        <p:spPr>
          <a:xfrm>
            <a:off x="6000361" y="526891"/>
            <a:ext cx="14424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Einstellungen</a:t>
            </a:r>
            <a:endParaRPr lang="de-CH" dirty="0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1AA48CDF-4A38-ABB6-5D81-32607C56C12D}"/>
              </a:ext>
            </a:extLst>
          </p:cNvPr>
          <p:cNvSpPr txBox="1"/>
          <p:nvPr/>
        </p:nvSpPr>
        <p:spPr>
          <a:xfrm>
            <a:off x="5314985" y="4627336"/>
            <a:ext cx="884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Partikel</a:t>
            </a:r>
            <a:endParaRPr lang="de-CH" dirty="0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9E36E43-3039-7F34-5F23-5D7AA8367186}"/>
              </a:ext>
            </a:extLst>
          </p:cNvPr>
          <p:cNvSpPr/>
          <p:nvPr/>
        </p:nvSpPr>
        <p:spPr>
          <a:xfrm>
            <a:off x="6814907" y="4575520"/>
            <a:ext cx="1213945" cy="47296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dirty="0">
                <a:solidFill>
                  <a:schemeClr val="tx1"/>
                </a:solidFill>
              </a:rPr>
              <a:t>40</a:t>
            </a:r>
            <a:endParaRPr lang="de-CH" dirty="0">
              <a:solidFill>
                <a:schemeClr val="tx1"/>
              </a:solidFill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553C363-2573-1A59-7C7A-F122255C2715}"/>
              </a:ext>
            </a:extLst>
          </p:cNvPr>
          <p:cNvSpPr txBox="1"/>
          <p:nvPr/>
        </p:nvSpPr>
        <p:spPr>
          <a:xfrm>
            <a:off x="5314985" y="4116796"/>
            <a:ext cx="561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PSO</a:t>
            </a:r>
            <a:endParaRPr lang="de-CH" dirty="0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DDA7B6E2-B723-8B2A-FACF-8C08045FD882}"/>
              </a:ext>
            </a:extLst>
          </p:cNvPr>
          <p:cNvSpPr txBox="1"/>
          <p:nvPr/>
        </p:nvSpPr>
        <p:spPr>
          <a:xfrm>
            <a:off x="4545365" y="5214921"/>
            <a:ext cx="1674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PSO-Iterationen</a:t>
            </a:r>
            <a:endParaRPr lang="de-CH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717AB3E5-F8E8-91E9-0651-C11B07E8E4C3}"/>
              </a:ext>
            </a:extLst>
          </p:cNvPr>
          <p:cNvSpPr/>
          <p:nvPr/>
        </p:nvSpPr>
        <p:spPr>
          <a:xfrm>
            <a:off x="6814907" y="5163105"/>
            <a:ext cx="1213945" cy="47296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dirty="0">
                <a:solidFill>
                  <a:schemeClr val="tx1"/>
                </a:solidFill>
              </a:rPr>
              <a:t>14</a:t>
            </a:r>
            <a:endParaRPr lang="de-CH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33989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246</Words>
  <Application>Microsoft Office PowerPoint</Application>
  <PresentationFormat>Breitbild</PresentationFormat>
  <Paragraphs>150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Stähli</dc:creator>
  <cp:lastModifiedBy>Thomas Stähli</cp:lastModifiedBy>
  <cp:revision>28</cp:revision>
  <dcterms:created xsi:type="dcterms:W3CDTF">2026-02-17T13:38:24Z</dcterms:created>
  <dcterms:modified xsi:type="dcterms:W3CDTF">2026-02-17T18:57:33Z</dcterms:modified>
</cp:coreProperties>
</file>