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61" r:id="rId4"/>
    <p:sldId id="262" r:id="rId5"/>
    <p:sldId id="259" r:id="rId6"/>
    <p:sldId id="260" r:id="rId7"/>
    <p:sldId id="257" r:id="rId8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472C4"/>
    <a:srgbClr val="B4C7E7"/>
    <a:srgbClr val="DAE3F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1" d="100"/>
          <a:sy n="111" d="100"/>
        </p:scale>
        <p:origin x="22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A1D7F74-4ADD-BEE4-8461-7DAC2D6ABC5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D919FA55-E6D6-E8CA-19C5-BFCB63AABCB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de-CH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371B3B1-38F9-53A4-484F-4F80DA4250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DDE111-7F9C-417C-987E-40DB35EA66C7}" type="datetimeFigureOut">
              <a:rPr lang="de-CH" smtClean="0"/>
              <a:t>19.02.2026</a:t>
            </a:fld>
            <a:endParaRPr lang="de-CH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AB872E1-837A-BE59-8B43-052B110DED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467D91C-9B55-964B-DCFF-5217DBA2CD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87B519-A1E9-4354-8D22-8FBE9918C56C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7401388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128F354-9336-3680-A417-19AFFA1C65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B94B880-D994-E2E9-07A7-5FB882FC06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9855382-88A3-1953-7F71-CAC452D4B1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DDE111-7F9C-417C-987E-40DB35EA66C7}" type="datetimeFigureOut">
              <a:rPr lang="de-CH" smtClean="0"/>
              <a:t>19.02.2026</a:t>
            </a:fld>
            <a:endParaRPr lang="de-CH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28C5A34-75D7-19AB-C8A9-02F079DBF2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42F91B0-78AF-13EF-EB13-A4EDB0D690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87B519-A1E9-4354-8D22-8FBE9918C56C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5453132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3397574-2228-421E-0A48-0A03A0B1D1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F45EACA9-A365-4EB2-1172-0919C932C4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2C7932E-22C2-8CA4-E35D-DBA3FDD4DB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DDE111-7F9C-417C-987E-40DB35EA66C7}" type="datetimeFigureOut">
              <a:rPr lang="de-CH" smtClean="0"/>
              <a:t>19.02.2026</a:t>
            </a:fld>
            <a:endParaRPr lang="de-CH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581CAEE-4C24-9433-55A8-538BE350DB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CF2F9A3-F748-ED4C-1871-7BE4D471B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87B519-A1E9-4354-8D22-8FBE9918C56C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855951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5D39969-BE9B-AEAA-77B3-261D9A2DF3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0800BDF-89EE-445A-0189-01C6310D468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98283689-52CF-B5E0-D3D7-391E91A8D3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5F6A95B3-9BA8-ED53-38CE-A898F25216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DDE111-7F9C-417C-987E-40DB35EA66C7}" type="datetimeFigureOut">
              <a:rPr lang="de-CH" smtClean="0"/>
              <a:t>19.02.2026</a:t>
            </a:fld>
            <a:endParaRPr lang="de-CH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277965B6-2DEA-99BE-6740-369466084E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E5CD736D-C7DF-F100-C19D-D368F71C38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87B519-A1E9-4354-8D22-8FBE9918C56C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024028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D574468-DFC4-4548-C234-D48711EB2B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4E719AF1-04A0-8182-0462-A021D5196D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31A581F2-955B-5418-8D74-969E8565E4F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2CEA11FF-17A1-9AF8-1392-A0652D720C4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F88F908A-42BD-59FB-A92A-851B4A67BE1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D60DEE0B-0BD8-E9C0-3BB0-092FA3261A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DDE111-7F9C-417C-987E-40DB35EA66C7}" type="datetimeFigureOut">
              <a:rPr lang="de-CH" smtClean="0"/>
              <a:t>19.02.2026</a:t>
            </a:fld>
            <a:endParaRPr lang="de-CH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AB472671-D252-63DF-C349-6F15D41CC9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E129B605-514C-0D64-95C1-7F0AF7A376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87B519-A1E9-4354-8D22-8FBE9918C56C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941914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FAC51A7-2214-5C98-BB5F-6A8E674719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DECBB131-0C8F-0B0D-2CA1-2421F0363F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DDE111-7F9C-417C-987E-40DB35EA66C7}" type="datetimeFigureOut">
              <a:rPr lang="de-CH" smtClean="0"/>
              <a:t>19.02.2026</a:t>
            </a:fld>
            <a:endParaRPr lang="de-CH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C39F25BB-3397-A683-B886-ACF05F5A58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FA7EE6AA-31EE-DEBB-64D4-FE103022BF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87B519-A1E9-4354-8D22-8FBE9918C56C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0398810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7C5648F4-3900-7363-9456-63FB67E862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DDE111-7F9C-417C-987E-40DB35EA66C7}" type="datetimeFigureOut">
              <a:rPr lang="de-CH" smtClean="0"/>
              <a:t>19.02.2026</a:t>
            </a:fld>
            <a:endParaRPr lang="de-CH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C523BC2C-34AF-A3CE-931A-6E49ED202F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58D17E52-C94E-C055-95E5-E26CBA6C58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87B519-A1E9-4354-8D22-8FBE9918C56C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041482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F0D6FD1-2E48-16A8-410A-F182BB0124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C8B7A96-EA76-ED22-310D-4EC4CF3D35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94EA4554-A50E-0874-63F8-0DDFC3AC3D8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F4EF7DAF-B7A8-ED9D-4846-86D47D7864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DDE111-7F9C-417C-987E-40DB35EA66C7}" type="datetimeFigureOut">
              <a:rPr lang="de-CH" smtClean="0"/>
              <a:t>19.02.2026</a:t>
            </a:fld>
            <a:endParaRPr lang="de-CH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CB541FEA-73A5-D380-D809-770CF8FBE8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C8769F0E-CF85-E4FF-27A2-BBC494F7A4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87B519-A1E9-4354-8D22-8FBE9918C56C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7321143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EE6F67C-DA49-46DB-64C3-F5251BB245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78FF1D86-E49F-9CBF-005A-2C9CA1E3727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CH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F2F6CDF3-5114-B8B3-AA97-36014F0CC4B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917BC76A-7F57-7C81-C460-F99C9E3692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DDE111-7F9C-417C-987E-40DB35EA66C7}" type="datetimeFigureOut">
              <a:rPr lang="de-CH" smtClean="0"/>
              <a:t>19.02.2026</a:t>
            </a:fld>
            <a:endParaRPr lang="de-CH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43FFC0C4-90DF-78BB-AF78-071C1845E5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65FFC7C8-DC1E-7FCE-74F3-04CA029639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87B519-A1E9-4354-8D22-8FBE9918C56C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4532905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C3B35E1-8FF1-CB98-0F25-3A948BF434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F191ED71-DE97-0BB4-0C95-A796B36C15A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BFE17B3-0DCA-80A1-43E4-8A2B8128B9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DDE111-7F9C-417C-987E-40DB35EA66C7}" type="datetimeFigureOut">
              <a:rPr lang="de-CH" smtClean="0"/>
              <a:t>19.02.2026</a:t>
            </a:fld>
            <a:endParaRPr lang="de-CH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29864DE-0830-3058-6352-CAD79CCFA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6D81FAF-A16D-7FF7-6DF8-7812824005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87B519-A1E9-4354-8D22-8FBE9918C56C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4045050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A93B175C-0824-524E-6496-8B2CC96A89D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556FC3DA-E308-4188-CFFF-5A61A78AA12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A7A944F-61F0-1EF7-C482-9BADE7E67A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DDE111-7F9C-417C-987E-40DB35EA66C7}" type="datetimeFigureOut">
              <a:rPr lang="de-CH" smtClean="0"/>
              <a:t>19.02.2026</a:t>
            </a:fld>
            <a:endParaRPr lang="de-CH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F914069-30EC-417C-7690-A9CE64E131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C1914FC-9764-F467-F4D1-039FCD62A2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87B519-A1E9-4354-8D22-8FBE9918C56C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474259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9F4126A5-272F-7A71-A434-4F70290E39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50B09CD8-ACDF-2B81-BC5B-512F28203F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14423E7-CCD1-7407-90F3-2B6F5F52B9A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DDE111-7F9C-417C-987E-40DB35EA66C7}" type="datetimeFigureOut">
              <a:rPr lang="de-CH" smtClean="0"/>
              <a:t>19.02.2026</a:t>
            </a:fld>
            <a:endParaRPr lang="de-CH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4286F6B-458A-6B8E-9BBC-9CCD3FD50CB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CH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D2464B1-F051-25E1-583B-8ABC8FE0E33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D87B519-A1E9-4354-8D22-8FBE9918C56C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3779005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slide" Target="slide7.xml"/><Relationship Id="rId3" Type="http://schemas.openxmlformats.org/officeDocument/2006/relationships/slide" Target="slide5.xml"/><Relationship Id="rId7" Type="http://schemas.openxmlformats.org/officeDocument/2006/relationships/image" Target="../media/image3.png"/><Relationship Id="rId2" Type="http://schemas.openxmlformats.org/officeDocument/2006/relationships/slide" Target="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11" Type="http://schemas.openxmlformats.org/officeDocument/2006/relationships/image" Target="../media/image5.png"/><Relationship Id="rId5" Type="http://schemas.openxmlformats.org/officeDocument/2006/relationships/image" Target="../media/image1.png"/><Relationship Id="rId10" Type="http://schemas.microsoft.com/office/2007/relationships/hdphoto" Target="../media/hdphoto1.wdp"/><Relationship Id="rId4" Type="http://schemas.openxmlformats.org/officeDocument/2006/relationships/slide" Target="slide6.xml"/><Relationship Id="rId9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13" Type="http://schemas.openxmlformats.org/officeDocument/2006/relationships/image" Target="../media/image10.png"/><Relationship Id="rId3" Type="http://schemas.openxmlformats.org/officeDocument/2006/relationships/slide" Target="slide5.xml"/><Relationship Id="rId7" Type="http://schemas.microsoft.com/office/2007/relationships/hdphoto" Target="../media/hdphoto1.wdp"/><Relationship Id="rId12" Type="http://schemas.openxmlformats.org/officeDocument/2006/relationships/image" Target="../media/image9.png"/><Relationship Id="rId17" Type="http://schemas.openxmlformats.org/officeDocument/2006/relationships/image" Target="../media/image14.png"/><Relationship Id="rId2" Type="http://schemas.openxmlformats.org/officeDocument/2006/relationships/slide" Target="slide1.xml"/><Relationship Id="rId16" Type="http://schemas.openxmlformats.org/officeDocument/2006/relationships/image" Target="../media/image1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8.png"/><Relationship Id="rId5" Type="http://schemas.openxmlformats.org/officeDocument/2006/relationships/slide" Target="slide7.xml"/><Relationship Id="rId15" Type="http://schemas.openxmlformats.org/officeDocument/2006/relationships/image" Target="../media/image12.png"/><Relationship Id="rId10" Type="http://schemas.openxmlformats.org/officeDocument/2006/relationships/image" Target="../media/image7.png"/><Relationship Id="rId4" Type="http://schemas.openxmlformats.org/officeDocument/2006/relationships/slide" Target="slide6.xml"/><Relationship Id="rId9" Type="http://schemas.openxmlformats.org/officeDocument/2006/relationships/image" Target="../media/image6.png"/><Relationship Id="rId14" Type="http://schemas.openxmlformats.org/officeDocument/2006/relationships/image" Target="../media/image11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13" Type="http://schemas.openxmlformats.org/officeDocument/2006/relationships/image" Target="../media/image11.png"/><Relationship Id="rId3" Type="http://schemas.openxmlformats.org/officeDocument/2006/relationships/slide" Target="slide5.xml"/><Relationship Id="rId7" Type="http://schemas.microsoft.com/office/2007/relationships/hdphoto" Target="../media/hdphoto1.wdp"/><Relationship Id="rId12" Type="http://schemas.openxmlformats.org/officeDocument/2006/relationships/image" Target="../media/image10.png"/><Relationship Id="rId17" Type="http://schemas.openxmlformats.org/officeDocument/2006/relationships/image" Target="../media/image15.png"/><Relationship Id="rId2" Type="http://schemas.openxmlformats.org/officeDocument/2006/relationships/slide" Target="slide1.xml"/><Relationship Id="rId16" Type="http://schemas.openxmlformats.org/officeDocument/2006/relationships/image" Target="../media/image1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slide" Target="slide7.xml"/><Relationship Id="rId15" Type="http://schemas.openxmlformats.org/officeDocument/2006/relationships/image" Target="../media/image13.png"/><Relationship Id="rId10" Type="http://schemas.openxmlformats.org/officeDocument/2006/relationships/image" Target="../media/image8.png"/><Relationship Id="rId4" Type="http://schemas.openxmlformats.org/officeDocument/2006/relationships/slide" Target="slide6.xml"/><Relationship Id="rId9" Type="http://schemas.openxmlformats.org/officeDocument/2006/relationships/image" Target="../media/image7.png"/><Relationship Id="rId14" Type="http://schemas.openxmlformats.org/officeDocument/2006/relationships/image" Target="../media/image12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13" Type="http://schemas.openxmlformats.org/officeDocument/2006/relationships/image" Target="../media/image11.png"/><Relationship Id="rId3" Type="http://schemas.openxmlformats.org/officeDocument/2006/relationships/slide" Target="slide5.xml"/><Relationship Id="rId7" Type="http://schemas.microsoft.com/office/2007/relationships/hdphoto" Target="../media/hdphoto1.wdp"/><Relationship Id="rId12" Type="http://schemas.openxmlformats.org/officeDocument/2006/relationships/image" Target="../media/image10.png"/><Relationship Id="rId17" Type="http://schemas.openxmlformats.org/officeDocument/2006/relationships/image" Target="../media/image16.png"/><Relationship Id="rId2" Type="http://schemas.openxmlformats.org/officeDocument/2006/relationships/slide" Target="slide1.xml"/><Relationship Id="rId16" Type="http://schemas.openxmlformats.org/officeDocument/2006/relationships/image" Target="../media/image1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slide" Target="slide7.xml"/><Relationship Id="rId15" Type="http://schemas.openxmlformats.org/officeDocument/2006/relationships/image" Target="../media/image13.png"/><Relationship Id="rId10" Type="http://schemas.openxmlformats.org/officeDocument/2006/relationships/image" Target="../media/image8.png"/><Relationship Id="rId4" Type="http://schemas.openxmlformats.org/officeDocument/2006/relationships/slide" Target="slide6.xml"/><Relationship Id="rId9" Type="http://schemas.openxmlformats.org/officeDocument/2006/relationships/image" Target="../media/image7.png"/><Relationship Id="rId1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13" Type="http://schemas.openxmlformats.org/officeDocument/2006/relationships/image" Target="../media/image22.png"/><Relationship Id="rId18" Type="http://schemas.openxmlformats.org/officeDocument/2006/relationships/image" Target="../media/image27.png"/><Relationship Id="rId26" Type="http://schemas.openxmlformats.org/officeDocument/2006/relationships/image" Target="../media/image35.png"/><Relationship Id="rId3" Type="http://schemas.openxmlformats.org/officeDocument/2006/relationships/slide" Target="slide2.xml"/><Relationship Id="rId21" Type="http://schemas.openxmlformats.org/officeDocument/2006/relationships/image" Target="../media/image30.png"/><Relationship Id="rId7" Type="http://schemas.microsoft.com/office/2007/relationships/hdphoto" Target="../media/hdphoto1.wdp"/><Relationship Id="rId12" Type="http://schemas.openxmlformats.org/officeDocument/2006/relationships/image" Target="../media/image21.png"/><Relationship Id="rId17" Type="http://schemas.openxmlformats.org/officeDocument/2006/relationships/image" Target="../media/image26.png"/><Relationship Id="rId25" Type="http://schemas.openxmlformats.org/officeDocument/2006/relationships/image" Target="../media/image34.png"/><Relationship Id="rId2" Type="http://schemas.openxmlformats.org/officeDocument/2006/relationships/slide" Target="slide1.xml"/><Relationship Id="rId16" Type="http://schemas.openxmlformats.org/officeDocument/2006/relationships/image" Target="../media/image25.png"/><Relationship Id="rId20" Type="http://schemas.openxmlformats.org/officeDocument/2006/relationships/image" Target="../media/image29.png"/><Relationship Id="rId29" Type="http://schemas.openxmlformats.org/officeDocument/2006/relationships/image" Target="../media/image3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20.png"/><Relationship Id="rId24" Type="http://schemas.openxmlformats.org/officeDocument/2006/relationships/image" Target="../media/image33.png"/><Relationship Id="rId5" Type="http://schemas.openxmlformats.org/officeDocument/2006/relationships/slide" Target="slide7.xml"/><Relationship Id="rId15" Type="http://schemas.openxmlformats.org/officeDocument/2006/relationships/image" Target="../media/image24.png"/><Relationship Id="rId23" Type="http://schemas.openxmlformats.org/officeDocument/2006/relationships/image" Target="../media/image32.png"/><Relationship Id="rId28" Type="http://schemas.openxmlformats.org/officeDocument/2006/relationships/image" Target="../media/image37.png"/><Relationship Id="rId10" Type="http://schemas.openxmlformats.org/officeDocument/2006/relationships/image" Target="../media/image19.png"/><Relationship Id="rId19" Type="http://schemas.openxmlformats.org/officeDocument/2006/relationships/image" Target="../media/image28.png"/><Relationship Id="rId4" Type="http://schemas.openxmlformats.org/officeDocument/2006/relationships/slide" Target="slide6.xml"/><Relationship Id="rId9" Type="http://schemas.openxmlformats.org/officeDocument/2006/relationships/image" Target="../media/image18.png"/><Relationship Id="rId14" Type="http://schemas.openxmlformats.org/officeDocument/2006/relationships/image" Target="../media/image23.png"/><Relationship Id="rId22" Type="http://schemas.openxmlformats.org/officeDocument/2006/relationships/image" Target="../media/image31.png"/><Relationship Id="rId27" Type="http://schemas.openxmlformats.org/officeDocument/2006/relationships/image" Target="../media/image36.png"/><Relationship Id="rId30" Type="http://schemas.openxmlformats.org/officeDocument/2006/relationships/slide" Target="slide5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13" Type="http://schemas.openxmlformats.org/officeDocument/2006/relationships/image" Target="../media/image43.png"/><Relationship Id="rId18" Type="http://schemas.openxmlformats.org/officeDocument/2006/relationships/image" Target="../media/image48.png"/><Relationship Id="rId3" Type="http://schemas.openxmlformats.org/officeDocument/2006/relationships/slide" Target="slide2.xml"/><Relationship Id="rId21" Type="http://schemas.openxmlformats.org/officeDocument/2006/relationships/image" Target="../media/image51.png"/><Relationship Id="rId7" Type="http://schemas.microsoft.com/office/2007/relationships/hdphoto" Target="../media/hdphoto1.wdp"/><Relationship Id="rId12" Type="http://schemas.openxmlformats.org/officeDocument/2006/relationships/image" Target="../media/image42.png"/><Relationship Id="rId17" Type="http://schemas.openxmlformats.org/officeDocument/2006/relationships/image" Target="../media/image47.png"/><Relationship Id="rId2" Type="http://schemas.openxmlformats.org/officeDocument/2006/relationships/slide" Target="slide1.xml"/><Relationship Id="rId16" Type="http://schemas.openxmlformats.org/officeDocument/2006/relationships/image" Target="../media/image46.png"/><Relationship Id="rId20" Type="http://schemas.openxmlformats.org/officeDocument/2006/relationships/image" Target="../media/image5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41.png"/><Relationship Id="rId24" Type="http://schemas.openxmlformats.org/officeDocument/2006/relationships/slide" Target="slide6.xml"/><Relationship Id="rId5" Type="http://schemas.openxmlformats.org/officeDocument/2006/relationships/slide" Target="slide7.xml"/><Relationship Id="rId15" Type="http://schemas.openxmlformats.org/officeDocument/2006/relationships/image" Target="../media/image45.png"/><Relationship Id="rId23" Type="http://schemas.openxmlformats.org/officeDocument/2006/relationships/image" Target="../media/image53.png"/><Relationship Id="rId10" Type="http://schemas.openxmlformats.org/officeDocument/2006/relationships/image" Target="../media/image40.png"/><Relationship Id="rId19" Type="http://schemas.openxmlformats.org/officeDocument/2006/relationships/image" Target="../media/image49.png"/><Relationship Id="rId4" Type="http://schemas.openxmlformats.org/officeDocument/2006/relationships/slide" Target="slide5.xml"/><Relationship Id="rId9" Type="http://schemas.openxmlformats.org/officeDocument/2006/relationships/image" Target="../media/image39.png"/><Relationship Id="rId14" Type="http://schemas.openxmlformats.org/officeDocument/2006/relationships/image" Target="../media/image44.png"/><Relationship Id="rId22" Type="http://schemas.openxmlformats.org/officeDocument/2006/relationships/image" Target="../media/image52.png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>
            <a:extLst>
              <a:ext uri="{FF2B5EF4-FFF2-40B4-BE49-F238E27FC236}">
                <a16:creationId xmlns:a16="http://schemas.microsoft.com/office/drawing/2014/main" id="{013046DD-99AA-8C88-530A-519799AE19FC}"/>
              </a:ext>
            </a:extLst>
          </p:cNvPr>
          <p:cNvSpPr/>
          <p:nvPr/>
        </p:nvSpPr>
        <p:spPr>
          <a:xfrm>
            <a:off x="786962" y="248307"/>
            <a:ext cx="10618076" cy="6361386"/>
          </a:xfrm>
          <a:prstGeom prst="rect">
            <a:avLst/>
          </a:prstGeom>
          <a:noFill/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97AA3D90-E858-7BE7-792C-2ADC136AD6ED}"/>
              </a:ext>
            </a:extLst>
          </p:cNvPr>
          <p:cNvSpPr/>
          <p:nvPr/>
        </p:nvSpPr>
        <p:spPr>
          <a:xfrm>
            <a:off x="786962" y="248307"/>
            <a:ext cx="1908941" cy="636138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6" name="Rechteck: abgerundete Ecken 5">
            <a:extLst>
              <a:ext uri="{FF2B5EF4-FFF2-40B4-BE49-F238E27FC236}">
                <a16:creationId xmlns:a16="http://schemas.microsoft.com/office/drawing/2014/main" id="{20BE218B-4047-675C-32B4-EC80B57741E6}"/>
              </a:ext>
            </a:extLst>
          </p:cNvPr>
          <p:cNvSpPr/>
          <p:nvPr/>
        </p:nvSpPr>
        <p:spPr>
          <a:xfrm>
            <a:off x="786962" y="945931"/>
            <a:ext cx="1908941" cy="536028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Regelstrecke</a:t>
            </a:r>
            <a:endParaRPr lang="de-CH" dirty="0"/>
          </a:p>
        </p:txBody>
      </p:sp>
      <p:sp>
        <p:nvSpPr>
          <p:cNvPr id="7" name="Rechteck: abgerundete Ecken 6">
            <a:hlinkClick r:id="rId2" action="ppaction://hlinksldjump"/>
            <a:extLst>
              <a:ext uri="{FF2B5EF4-FFF2-40B4-BE49-F238E27FC236}">
                <a16:creationId xmlns:a16="http://schemas.microsoft.com/office/drawing/2014/main" id="{5FE49CBF-D790-CA11-4468-5076C9B47E74}"/>
              </a:ext>
            </a:extLst>
          </p:cNvPr>
          <p:cNvSpPr/>
          <p:nvPr/>
        </p:nvSpPr>
        <p:spPr>
          <a:xfrm>
            <a:off x="786962" y="1481959"/>
            <a:ext cx="1908941" cy="536028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Anregung</a:t>
            </a:r>
            <a:endParaRPr lang="de-CH" dirty="0"/>
          </a:p>
        </p:txBody>
      </p:sp>
      <p:sp>
        <p:nvSpPr>
          <p:cNvPr id="8" name="Rechteck: abgerundete Ecken 7">
            <a:hlinkClick r:id="rId3" action="ppaction://hlinksldjump"/>
            <a:extLst>
              <a:ext uri="{FF2B5EF4-FFF2-40B4-BE49-F238E27FC236}">
                <a16:creationId xmlns:a16="http://schemas.microsoft.com/office/drawing/2014/main" id="{F464237D-06EB-74B3-295A-AF7FDE300C78}"/>
              </a:ext>
            </a:extLst>
          </p:cNvPr>
          <p:cNvSpPr/>
          <p:nvPr/>
        </p:nvSpPr>
        <p:spPr>
          <a:xfrm>
            <a:off x="786962" y="2017987"/>
            <a:ext cx="1908941" cy="536028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PSO</a:t>
            </a:r>
            <a:endParaRPr lang="de-CH" dirty="0"/>
          </a:p>
        </p:txBody>
      </p:sp>
      <p:sp>
        <p:nvSpPr>
          <p:cNvPr id="9" name="Rechteck: abgerundete Ecken 8">
            <a:hlinkClick r:id="rId4" action="ppaction://hlinksldjump"/>
            <a:extLst>
              <a:ext uri="{FF2B5EF4-FFF2-40B4-BE49-F238E27FC236}">
                <a16:creationId xmlns:a16="http://schemas.microsoft.com/office/drawing/2014/main" id="{9609CC69-AEB3-396C-B05B-87D7A16EFB2F}"/>
              </a:ext>
            </a:extLst>
          </p:cNvPr>
          <p:cNvSpPr/>
          <p:nvPr/>
        </p:nvSpPr>
        <p:spPr>
          <a:xfrm>
            <a:off x="786961" y="2554015"/>
            <a:ext cx="1908941" cy="536028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Auswertung</a:t>
            </a:r>
            <a:endParaRPr lang="de-CH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feld 9">
                <a:extLst>
                  <a:ext uri="{FF2B5EF4-FFF2-40B4-BE49-F238E27FC236}">
                    <a16:creationId xmlns:a16="http://schemas.microsoft.com/office/drawing/2014/main" id="{34FDCD30-9ABD-76A0-3915-44273A813BA5}"/>
                  </a:ext>
                </a:extLst>
              </p:cNvPr>
              <p:cNvSpPr txBox="1"/>
              <p:nvPr/>
            </p:nvSpPr>
            <p:spPr>
              <a:xfrm>
                <a:off x="6879533" y="2047057"/>
                <a:ext cx="2853560" cy="7120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𝐺</m:t>
                      </m:r>
                      <m:d>
                        <m:d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sSup>
                            <m:sSupPr>
                              <m:ctrlP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p>
                              <m: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sSup>
                            <m:sSupPr>
                              <m:ctrlP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p>
                              <m: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de-CH" dirty="0"/>
              </a:p>
            </p:txBody>
          </p:sp>
        </mc:Choice>
        <mc:Fallback xmlns="">
          <p:sp>
            <p:nvSpPr>
              <p:cNvPr id="10" name="Textfeld 9">
                <a:extLst>
                  <a:ext uri="{FF2B5EF4-FFF2-40B4-BE49-F238E27FC236}">
                    <a16:creationId xmlns:a16="http://schemas.microsoft.com/office/drawing/2014/main" id="{34FDCD30-9ABD-76A0-3915-44273A813B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79533" y="2047057"/>
                <a:ext cx="2853560" cy="71205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CH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feld 11">
                <a:extLst>
                  <a:ext uri="{FF2B5EF4-FFF2-40B4-BE49-F238E27FC236}">
                    <a16:creationId xmlns:a16="http://schemas.microsoft.com/office/drawing/2014/main" id="{4E809F15-C6DD-7530-4AD6-EF0ED590C6E3}"/>
                  </a:ext>
                </a:extLst>
              </p:cNvPr>
              <p:cNvSpPr txBox="1"/>
              <p:nvPr/>
            </p:nvSpPr>
            <p:spPr>
              <a:xfrm>
                <a:off x="5318747" y="2033752"/>
                <a:ext cx="1087821" cy="369332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de-CH" dirty="0"/>
              </a:p>
            </p:txBody>
          </p:sp>
        </mc:Choice>
        <mc:Fallback xmlns="">
          <p:sp>
            <p:nvSpPr>
              <p:cNvPr id="12" name="Textfeld 11">
                <a:extLst>
                  <a:ext uri="{FF2B5EF4-FFF2-40B4-BE49-F238E27FC236}">
                    <a16:creationId xmlns:a16="http://schemas.microsoft.com/office/drawing/2014/main" id="{4E809F15-C6DD-7530-4AD6-EF0ED590C6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18747" y="2033752"/>
                <a:ext cx="1087821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de-CH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feld 12">
                <a:extLst>
                  <a:ext uri="{FF2B5EF4-FFF2-40B4-BE49-F238E27FC236}">
                    <a16:creationId xmlns:a16="http://schemas.microsoft.com/office/drawing/2014/main" id="{CB831DED-774D-10F6-4F8A-2EAD09E6C589}"/>
                  </a:ext>
                </a:extLst>
              </p:cNvPr>
              <p:cNvSpPr txBox="1"/>
              <p:nvPr/>
            </p:nvSpPr>
            <p:spPr>
              <a:xfrm>
                <a:off x="5318746" y="2468462"/>
                <a:ext cx="1087821" cy="369332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de-CH" dirty="0"/>
              </a:p>
            </p:txBody>
          </p:sp>
        </mc:Choice>
        <mc:Fallback xmlns="">
          <p:sp>
            <p:nvSpPr>
              <p:cNvPr id="13" name="Textfeld 12">
                <a:extLst>
                  <a:ext uri="{FF2B5EF4-FFF2-40B4-BE49-F238E27FC236}">
                    <a16:creationId xmlns:a16="http://schemas.microsoft.com/office/drawing/2014/main" id="{CB831DED-774D-10F6-4F8A-2EAD09E6C5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18746" y="2468462"/>
                <a:ext cx="1087821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de-CH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feld 13">
            <a:extLst>
              <a:ext uri="{FF2B5EF4-FFF2-40B4-BE49-F238E27FC236}">
                <a16:creationId xmlns:a16="http://schemas.microsoft.com/office/drawing/2014/main" id="{AD2A92DB-77CD-B38D-AE1D-F34CCC31B650}"/>
              </a:ext>
            </a:extLst>
          </p:cNvPr>
          <p:cNvSpPr txBox="1"/>
          <p:nvPr/>
        </p:nvSpPr>
        <p:spPr>
          <a:xfrm>
            <a:off x="4367845" y="2017987"/>
            <a:ext cx="9509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Nenner:</a:t>
            </a:r>
            <a:endParaRPr lang="de-CH" dirty="0"/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A753C254-EFCF-8F53-FCFA-3C9CC9B11336}"/>
              </a:ext>
            </a:extLst>
          </p:cNvPr>
          <p:cNvSpPr txBox="1"/>
          <p:nvPr/>
        </p:nvSpPr>
        <p:spPr>
          <a:xfrm>
            <a:off x="4484414" y="2468462"/>
            <a:ext cx="834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Zähler:</a:t>
            </a:r>
            <a:endParaRPr lang="de-CH" dirty="0"/>
          </a:p>
        </p:txBody>
      </p:sp>
      <p:pic>
        <p:nvPicPr>
          <p:cNvPr id="1028" name="Picture 4" descr="Png File - Settings Icon, Transparent Png - 980x982(#857091) - PngFind">
            <a:hlinkClick r:id="rId8" action="ppaction://hlinksldjump"/>
            <a:extLst>
              <a:ext uri="{FF2B5EF4-FFF2-40B4-BE49-F238E27FC236}">
                <a16:creationId xmlns:a16="http://schemas.microsoft.com/office/drawing/2014/main" id="{A3252062-1CA3-137B-F2D7-B0EF4E9146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ackgroundRemoval t="0" b="100000" l="0" r="100000">
                        <a14:foregroundMark x1="46119" y1="31304" x2="46119" y2="3130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1248" y="6081392"/>
            <a:ext cx="435172" cy="4570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Ellipse 10">
            <a:hlinkClick r:id="rId2" action="ppaction://hlinksldjump"/>
            <a:extLst>
              <a:ext uri="{FF2B5EF4-FFF2-40B4-BE49-F238E27FC236}">
                <a16:creationId xmlns:a16="http://schemas.microsoft.com/office/drawing/2014/main" id="{E59FA724-529E-D5BF-B7C2-12107DFB1B5F}"/>
              </a:ext>
            </a:extLst>
          </p:cNvPr>
          <p:cNvSpPr/>
          <p:nvPr/>
        </p:nvSpPr>
        <p:spPr>
          <a:xfrm>
            <a:off x="10431555" y="5933982"/>
            <a:ext cx="550015" cy="405636"/>
          </a:xfrm>
          <a:prstGeom prst="ellipse">
            <a:avLst/>
          </a:prstGeom>
          <a:solidFill>
            <a:srgbClr val="4472C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&gt;</a:t>
            </a:r>
            <a:endParaRPr lang="de-CH" dirty="0"/>
          </a:p>
        </p:txBody>
      </p:sp>
      <p:pic>
        <p:nvPicPr>
          <p:cNvPr id="16" name="Grafik 15">
            <a:extLst>
              <a:ext uri="{FF2B5EF4-FFF2-40B4-BE49-F238E27FC236}">
                <a16:creationId xmlns:a16="http://schemas.microsoft.com/office/drawing/2014/main" id="{95DE1A19-18DF-0EDF-4CC9-7571BCEEB681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843295" y="3334635"/>
            <a:ext cx="3987519" cy="3004983"/>
          </a:xfrm>
          <a:prstGeom prst="rect">
            <a:avLst/>
          </a:prstGeom>
        </p:spPr>
      </p:pic>
      <p:sp>
        <p:nvSpPr>
          <p:cNvPr id="17" name="Textfeld 16">
            <a:extLst>
              <a:ext uri="{FF2B5EF4-FFF2-40B4-BE49-F238E27FC236}">
                <a16:creationId xmlns:a16="http://schemas.microsoft.com/office/drawing/2014/main" id="{00526C33-A0E7-0475-1DDC-4A74FABF9D82}"/>
              </a:ext>
            </a:extLst>
          </p:cNvPr>
          <p:cNvSpPr txBox="1"/>
          <p:nvPr/>
        </p:nvSpPr>
        <p:spPr>
          <a:xfrm>
            <a:off x="5734884" y="4098890"/>
            <a:ext cx="27284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Sprungantwort ungeregelte Regelstrecke</a:t>
            </a:r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31125795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E9B671-D882-C005-0725-9FA6256A89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>
            <a:extLst>
              <a:ext uri="{FF2B5EF4-FFF2-40B4-BE49-F238E27FC236}">
                <a16:creationId xmlns:a16="http://schemas.microsoft.com/office/drawing/2014/main" id="{B467131C-40AF-D5DA-62DE-54A9E0ED5346}"/>
              </a:ext>
            </a:extLst>
          </p:cNvPr>
          <p:cNvSpPr/>
          <p:nvPr/>
        </p:nvSpPr>
        <p:spPr>
          <a:xfrm>
            <a:off x="786962" y="248307"/>
            <a:ext cx="10618076" cy="6361386"/>
          </a:xfrm>
          <a:prstGeom prst="rect">
            <a:avLst/>
          </a:prstGeom>
          <a:noFill/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F29ABCF6-4C23-E4D8-D56F-DBD25BF9356F}"/>
              </a:ext>
            </a:extLst>
          </p:cNvPr>
          <p:cNvSpPr/>
          <p:nvPr/>
        </p:nvSpPr>
        <p:spPr>
          <a:xfrm>
            <a:off x="786962" y="248307"/>
            <a:ext cx="1908941" cy="636138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6" name="Rechteck: abgerundete Ecken 5">
            <a:hlinkClick r:id="rId2" action="ppaction://hlinksldjump"/>
            <a:extLst>
              <a:ext uri="{FF2B5EF4-FFF2-40B4-BE49-F238E27FC236}">
                <a16:creationId xmlns:a16="http://schemas.microsoft.com/office/drawing/2014/main" id="{6CC50F21-BE4A-925B-D6D3-424F0166A87D}"/>
              </a:ext>
            </a:extLst>
          </p:cNvPr>
          <p:cNvSpPr/>
          <p:nvPr/>
        </p:nvSpPr>
        <p:spPr>
          <a:xfrm>
            <a:off x="786962" y="945931"/>
            <a:ext cx="1908941" cy="536028"/>
          </a:xfrm>
          <a:prstGeom prst="roundRect">
            <a:avLst/>
          </a:prstGeom>
          <a:solidFill>
            <a:srgbClr val="B4C7E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Regelstrecke</a:t>
            </a:r>
            <a:endParaRPr lang="de-CH" dirty="0"/>
          </a:p>
        </p:txBody>
      </p:sp>
      <p:sp>
        <p:nvSpPr>
          <p:cNvPr id="7" name="Rechteck: abgerundete Ecken 6">
            <a:extLst>
              <a:ext uri="{FF2B5EF4-FFF2-40B4-BE49-F238E27FC236}">
                <a16:creationId xmlns:a16="http://schemas.microsoft.com/office/drawing/2014/main" id="{2DA89B51-306C-132A-6B46-CDD3CA5CC7BF}"/>
              </a:ext>
            </a:extLst>
          </p:cNvPr>
          <p:cNvSpPr/>
          <p:nvPr/>
        </p:nvSpPr>
        <p:spPr>
          <a:xfrm>
            <a:off x="786962" y="1481959"/>
            <a:ext cx="1908941" cy="536028"/>
          </a:xfrm>
          <a:prstGeom prst="roundRect">
            <a:avLst/>
          </a:prstGeom>
          <a:solidFill>
            <a:srgbClr val="4472C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Anregung</a:t>
            </a:r>
            <a:endParaRPr lang="de-CH" dirty="0"/>
          </a:p>
        </p:txBody>
      </p:sp>
      <p:sp>
        <p:nvSpPr>
          <p:cNvPr id="8" name="Rechteck: abgerundete Ecken 7">
            <a:hlinkClick r:id="rId3" action="ppaction://hlinksldjump"/>
            <a:extLst>
              <a:ext uri="{FF2B5EF4-FFF2-40B4-BE49-F238E27FC236}">
                <a16:creationId xmlns:a16="http://schemas.microsoft.com/office/drawing/2014/main" id="{CEEE4C5D-C025-74A4-263C-B7B380EF1AD2}"/>
              </a:ext>
            </a:extLst>
          </p:cNvPr>
          <p:cNvSpPr/>
          <p:nvPr/>
        </p:nvSpPr>
        <p:spPr>
          <a:xfrm>
            <a:off x="786962" y="2017987"/>
            <a:ext cx="1908941" cy="536028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PSO</a:t>
            </a:r>
            <a:endParaRPr lang="de-CH" dirty="0"/>
          </a:p>
        </p:txBody>
      </p:sp>
      <p:sp>
        <p:nvSpPr>
          <p:cNvPr id="9" name="Rechteck: abgerundete Ecken 8">
            <a:hlinkClick r:id="rId4" action="ppaction://hlinksldjump"/>
            <a:extLst>
              <a:ext uri="{FF2B5EF4-FFF2-40B4-BE49-F238E27FC236}">
                <a16:creationId xmlns:a16="http://schemas.microsoft.com/office/drawing/2014/main" id="{84076F70-7518-3D01-C93B-D4C60212F582}"/>
              </a:ext>
            </a:extLst>
          </p:cNvPr>
          <p:cNvSpPr/>
          <p:nvPr/>
        </p:nvSpPr>
        <p:spPr>
          <a:xfrm>
            <a:off x="786961" y="2554015"/>
            <a:ext cx="1908941" cy="536028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Auswertung</a:t>
            </a:r>
            <a:endParaRPr lang="de-CH" dirty="0"/>
          </a:p>
        </p:txBody>
      </p:sp>
      <p:pic>
        <p:nvPicPr>
          <p:cNvPr id="1028" name="Picture 4" descr="Png File - Settings Icon, Transparent Png - 980x982(#857091) - PngFind">
            <a:hlinkClick r:id="rId5" action="ppaction://hlinksldjump"/>
            <a:extLst>
              <a:ext uri="{FF2B5EF4-FFF2-40B4-BE49-F238E27FC236}">
                <a16:creationId xmlns:a16="http://schemas.microsoft.com/office/drawing/2014/main" id="{CD1A616E-F8AB-0027-DCDA-FAE9E6E7F5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0" b="100000" l="0" r="100000">
                        <a14:foregroundMark x1="46119" y1="31304" x2="46119" y2="3130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1248" y="6081392"/>
            <a:ext cx="435172" cy="4570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Rechteck: abgerundete Ecken 10">
            <a:extLst>
              <a:ext uri="{FF2B5EF4-FFF2-40B4-BE49-F238E27FC236}">
                <a16:creationId xmlns:a16="http://schemas.microsoft.com/office/drawing/2014/main" id="{30F2387A-F80D-A3A9-3361-88348C518E6E}"/>
              </a:ext>
            </a:extLst>
          </p:cNvPr>
          <p:cNvSpPr/>
          <p:nvPr/>
        </p:nvSpPr>
        <p:spPr>
          <a:xfrm>
            <a:off x="3901965" y="650328"/>
            <a:ext cx="6148551" cy="5431064"/>
          </a:xfrm>
          <a:prstGeom prst="roundRect">
            <a:avLst>
              <a:gd name="adj" fmla="val 4507"/>
            </a:avLst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 dirty="0"/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8B0AE89D-FAC3-51A7-D8E0-13DDAB44942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82479" y="2928999"/>
            <a:ext cx="3987519" cy="3004983"/>
          </a:xfrm>
          <a:prstGeom prst="rect">
            <a:avLst/>
          </a:prstGeom>
        </p:spPr>
      </p:pic>
      <p:sp>
        <p:nvSpPr>
          <p:cNvPr id="16" name="Rechteck 15">
            <a:extLst>
              <a:ext uri="{FF2B5EF4-FFF2-40B4-BE49-F238E27FC236}">
                <a16:creationId xmlns:a16="http://schemas.microsoft.com/office/drawing/2014/main" id="{8C7F031E-3564-61B5-7401-D0B4AF384645}"/>
              </a:ext>
            </a:extLst>
          </p:cNvPr>
          <p:cNvSpPr/>
          <p:nvPr/>
        </p:nvSpPr>
        <p:spPr>
          <a:xfrm>
            <a:off x="11256578" y="248307"/>
            <a:ext cx="148460" cy="6361386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17" name="Rechteck 16">
            <a:extLst>
              <a:ext uri="{FF2B5EF4-FFF2-40B4-BE49-F238E27FC236}">
                <a16:creationId xmlns:a16="http://schemas.microsoft.com/office/drawing/2014/main" id="{5AC1303E-153C-BFF1-2285-2A902703D2BF}"/>
              </a:ext>
            </a:extLst>
          </p:cNvPr>
          <p:cNvSpPr/>
          <p:nvPr/>
        </p:nvSpPr>
        <p:spPr>
          <a:xfrm>
            <a:off x="11256577" y="579381"/>
            <a:ext cx="148460" cy="796158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18" name="Rechteck: obere Ecken abgerundet 17">
            <a:extLst>
              <a:ext uri="{FF2B5EF4-FFF2-40B4-BE49-F238E27FC236}">
                <a16:creationId xmlns:a16="http://schemas.microsoft.com/office/drawing/2014/main" id="{249399F6-0FDC-1A30-1CE3-821E2AE0E101}"/>
              </a:ext>
            </a:extLst>
          </p:cNvPr>
          <p:cNvSpPr/>
          <p:nvPr/>
        </p:nvSpPr>
        <p:spPr>
          <a:xfrm rot="10800000">
            <a:off x="3901965" y="650329"/>
            <a:ext cx="6148551" cy="429609"/>
          </a:xfrm>
          <a:prstGeom prst="round2SameRect">
            <a:avLst>
              <a:gd name="adj1" fmla="val 0"/>
              <a:gd name="adj2" fmla="val 5000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 dirty="0"/>
          </a:p>
        </p:txBody>
      </p:sp>
      <p:sp>
        <p:nvSpPr>
          <p:cNvPr id="19" name="Textfeld 18">
            <a:extLst>
              <a:ext uri="{FF2B5EF4-FFF2-40B4-BE49-F238E27FC236}">
                <a16:creationId xmlns:a16="http://schemas.microsoft.com/office/drawing/2014/main" id="{09716F51-5F89-4F38-9B91-5A87A9564D3B}"/>
              </a:ext>
            </a:extLst>
          </p:cNvPr>
          <p:cNvSpPr txBox="1"/>
          <p:nvPr/>
        </p:nvSpPr>
        <p:spPr>
          <a:xfrm>
            <a:off x="4424579" y="680467"/>
            <a:ext cx="17011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>
                <a:solidFill>
                  <a:schemeClr val="bg1"/>
                </a:solidFill>
              </a:rPr>
              <a:t>Führungssprung</a:t>
            </a:r>
            <a:endParaRPr lang="de-CH" dirty="0">
              <a:solidFill>
                <a:schemeClr val="bg1"/>
              </a:solidFill>
            </a:endParaRPr>
          </a:p>
        </p:txBody>
      </p:sp>
      <p:sp>
        <p:nvSpPr>
          <p:cNvPr id="21" name="Rechteck 20">
            <a:extLst>
              <a:ext uri="{FF2B5EF4-FFF2-40B4-BE49-F238E27FC236}">
                <a16:creationId xmlns:a16="http://schemas.microsoft.com/office/drawing/2014/main" id="{147587C3-F1B7-F267-DB57-B979836BB92B}"/>
              </a:ext>
            </a:extLst>
          </p:cNvPr>
          <p:cNvSpPr/>
          <p:nvPr/>
        </p:nvSpPr>
        <p:spPr>
          <a:xfrm>
            <a:off x="4132917" y="719302"/>
            <a:ext cx="291662" cy="291662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dirty="0">
                <a:solidFill>
                  <a:schemeClr val="tx1"/>
                </a:solidFill>
              </a:rPr>
              <a:t>X</a:t>
            </a:r>
          </a:p>
        </p:txBody>
      </p:sp>
      <p:sp>
        <p:nvSpPr>
          <p:cNvPr id="26" name="Rechteck 25">
            <a:extLst>
              <a:ext uri="{FF2B5EF4-FFF2-40B4-BE49-F238E27FC236}">
                <a16:creationId xmlns:a16="http://schemas.microsoft.com/office/drawing/2014/main" id="{1DB700E0-5780-F7BF-1144-4DF1CD8ABA0C}"/>
              </a:ext>
            </a:extLst>
          </p:cNvPr>
          <p:cNvSpPr/>
          <p:nvPr/>
        </p:nvSpPr>
        <p:spPr>
          <a:xfrm>
            <a:off x="4132917" y="1221829"/>
            <a:ext cx="1779152" cy="327134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CH" dirty="0">
                <a:solidFill>
                  <a:schemeClr val="tx1"/>
                </a:solidFill>
              </a:rPr>
              <a:t>Sprungfunktion</a:t>
            </a:r>
          </a:p>
        </p:txBody>
      </p:sp>
      <p:sp>
        <p:nvSpPr>
          <p:cNvPr id="27" name="Textfeld 26">
            <a:extLst>
              <a:ext uri="{FF2B5EF4-FFF2-40B4-BE49-F238E27FC236}">
                <a16:creationId xmlns:a16="http://schemas.microsoft.com/office/drawing/2014/main" id="{D5DDCA98-4089-0801-2ACA-62DB5A81FA44}"/>
              </a:ext>
            </a:extLst>
          </p:cNvPr>
          <p:cNvSpPr txBox="1"/>
          <p:nvPr/>
        </p:nvSpPr>
        <p:spPr>
          <a:xfrm rot="16200000">
            <a:off x="5656954" y="1214256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&lt;</a:t>
            </a:r>
            <a:endParaRPr lang="de-CH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feld 27">
                <a:extLst>
                  <a:ext uri="{FF2B5EF4-FFF2-40B4-BE49-F238E27FC236}">
                    <a16:creationId xmlns:a16="http://schemas.microsoft.com/office/drawing/2014/main" id="{22525BBB-6F89-92AB-8B30-CACBF3C9A7A0}"/>
                  </a:ext>
                </a:extLst>
              </p:cNvPr>
              <p:cNvSpPr txBox="1"/>
              <p:nvPr/>
            </p:nvSpPr>
            <p:spPr>
              <a:xfrm>
                <a:off x="4132917" y="1819803"/>
                <a:ext cx="209583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𝑢</m:t>
                      </m:r>
                      <m:d>
                        <m:d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=1⋅</m:t>
                      </m:r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𝜎</m:t>
                      </m:r>
                      <m:d>
                        <m:d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</m:oMath>
                  </m:oMathPara>
                </a14:m>
                <a:endParaRPr lang="de-CH" dirty="0"/>
              </a:p>
            </p:txBody>
          </p:sp>
        </mc:Choice>
        <mc:Fallback xmlns="">
          <p:sp>
            <p:nvSpPr>
              <p:cNvPr id="28" name="Textfeld 27">
                <a:extLst>
                  <a:ext uri="{FF2B5EF4-FFF2-40B4-BE49-F238E27FC236}">
                    <a16:creationId xmlns:a16="http://schemas.microsoft.com/office/drawing/2014/main" id="{22525BBB-6F89-92AB-8B30-CACBF3C9A7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32917" y="1819803"/>
                <a:ext cx="2095830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CH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feld 28">
                <a:extLst>
                  <a:ext uri="{FF2B5EF4-FFF2-40B4-BE49-F238E27FC236}">
                    <a16:creationId xmlns:a16="http://schemas.microsoft.com/office/drawing/2014/main" id="{580EF856-FF35-7F1E-AC4A-7648EAA47800}"/>
                  </a:ext>
                </a:extLst>
              </p:cNvPr>
              <p:cNvSpPr txBox="1"/>
              <p:nvPr/>
            </p:nvSpPr>
            <p:spPr>
              <a:xfrm>
                <a:off x="8069033" y="1225771"/>
                <a:ext cx="1087821" cy="369332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de-CH" dirty="0"/>
              </a:p>
            </p:txBody>
          </p:sp>
        </mc:Choice>
        <mc:Fallback xmlns="">
          <p:sp>
            <p:nvSpPr>
              <p:cNvPr id="29" name="Textfeld 28">
                <a:extLst>
                  <a:ext uri="{FF2B5EF4-FFF2-40B4-BE49-F238E27FC236}">
                    <a16:creationId xmlns:a16="http://schemas.microsoft.com/office/drawing/2014/main" id="{580EF856-FF35-7F1E-AC4A-7648EAA478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69033" y="1225771"/>
                <a:ext cx="1087821" cy="36933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de-CH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feld 29">
                <a:extLst>
                  <a:ext uri="{FF2B5EF4-FFF2-40B4-BE49-F238E27FC236}">
                    <a16:creationId xmlns:a16="http://schemas.microsoft.com/office/drawing/2014/main" id="{CB82716B-466C-3AEE-0208-2AD6D74FE03E}"/>
                  </a:ext>
                </a:extLst>
              </p:cNvPr>
              <p:cNvSpPr txBox="1"/>
              <p:nvPr/>
            </p:nvSpPr>
            <p:spPr>
              <a:xfrm>
                <a:off x="7669928" y="1210006"/>
                <a:ext cx="38106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de-DE" i="1" dirty="0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de-DE" dirty="0"/>
                  <a:t>:</a:t>
                </a:r>
                <a:endParaRPr lang="de-CH" dirty="0"/>
              </a:p>
            </p:txBody>
          </p:sp>
        </mc:Choice>
        <mc:Fallback xmlns="">
          <p:sp>
            <p:nvSpPr>
              <p:cNvPr id="30" name="Textfeld 29">
                <a:extLst>
                  <a:ext uri="{FF2B5EF4-FFF2-40B4-BE49-F238E27FC236}">
                    <a16:creationId xmlns:a16="http://schemas.microsoft.com/office/drawing/2014/main" id="{CB82716B-466C-3AEE-0208-2AD6D74FE0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69928" y="1210006"/>
                <a:ext cx="381066" cy="369332"/>
              </a:xfrm>
              <a:prstGeom prst="rect">
                <a:avLst/>
              </a:prstGeom>
              <a:blipFill>
                <a:blip r:embed="rId11"/>
                <a:stretch>
                  <a:fillRect t="-8197" r="-12698" b="-24590"/>
                </a:stretch>
              </a:blipFill>
            </p:spPr>
            <p:txBody>
              <a:bodyPr/>
              <a:lstStyle/>
              <a:p>
                <a:r>
                  <a:rPr lang="de-CH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feld 30">
                <a:extLst>
                  <a:ext uri="{FF2B5EF4-FFF2-40B4-BE49-F238E27FC236}">
                    <a16:creationId xmlns:a16="http://schemas.microsoft.com/office/drawing/2014/main" id="{48D04806-448D-2863-EFB9-A1EE4BDE6499}"/>
                  </a:ext>
                </a:extLst>
              </p:cNvPr>
              <p:cNvSpPr txBox="1"/>
              <p:nvPr/>
            </p:nvSpPr>
            <p:spPr>
              <a:xfrm>
                <a:off x="8069033" y="1678335"/>
                <a:ext cx="1087821" cy="369332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de-CH" dirty="0"/>
              </a:p>
            </p:txBody>
          </p:sp>
        </mc:Choice>
        <mc:Fallback xmlns="">
          <p:sp>
            <p:nvSpPr>
              <p:cNvPr id="31" name="Textfeld 30">
                <a:extLst>
                  <a:ext uri="{FF2B5EF4-FFF2-40B4-BE49-F238E27FC236}">
                    <a16:creationId xmlns:a16="http://schemas.microsoft.com/office/drawing/2014/main" id="{48D04806-448D-2863-EFB9-A1EE4BDE64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69033" y="1678335"/>
                <a:ext cx="1087821" cy="369332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de-CH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feld 31">
                <a:extLst>
                  <a:ext uri="{FF2B5EF4-FFF2-40B4-BE49-F238E27FC236}">
                    <a16:creationId xmlns:a16="http://schemas.microsoft.com/office/drawing/2014/main" id="{6446D0AC-E25E-C8FB-5218-1087380BC91E}"/>
                  </a:ext>
                </a:extLst>
              </p:cNvPr>
              <p:cNvSpPr txBox="1"/>
              <p:nvPr/>
            </p:nvSpPr>
            <p:spPr>
              <a:xfrm>
                <a:off x="7669928" y="1662570"/>
                <a:ext cx="44249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de-DE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de-DE" dirty="0"/>
                  <a:t>:</a:t>
                </a:r>
                <a:endParaRPr lang="de-CH" dirty="0"/>
              </a:p>
            </p:txBody>
          </p:sp>
        </mc:Choice>
        <mc:Fallback xmlns="">
          <p:sp>
            <p:nvSpPr>
              <p:cNvPr id="32" name="Textfeld 31">
                <a:extLst>
                  <a:ext uri="{FF2B5EF4-FFF2-40B4-BE49-F238E27FC236}">
                    <a16:creationId xmlns:a16="http://schemas.microsoft.com/office/drawing/2014/main" id="{6446D0AC-E25E-C8FB-5218-1087380BC9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69928" y="1662570"/>
                <a:ext cx="442493" cy="369332"/>
              </a:xfrm>
              <a:prstGeom prst="rect">
                <a:avLst/>
              </a:prstGeom>
              <a:blipFill>
                <a:blip r:embed="rId13"/>
                <a:stretch>
                  <a:fillRect t="-10000" r="-10959" b="-26667"/>
                </a:stretch>
              </a:blipFill>
            </p:spPr>
            <p:txBody>
              <a:bodyPr/>
              <a:lstStyle/>
              <a:p>
                <a:r>
                  <a:rPr lang="de-CH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feld 32">
                <a:extLst>
                  <a:ext uri="{FF2B5EF4-FFF2-40B4-BE49-F238E27FC236}">
                    <a16:creationId xmlns:a16="http://schemas.microsoft.com/office/drawing/2014/main" id="{3775ED64-FF6B-724D-2F79-42CD0151FA09}"/>
                  </a:ext>
                </a:extLst>
              </p:cNvPr>
              <p:cNvSpPr txBox="1"/>
              <p:nvPr/>
            </p:nvSpPr>
            <p:spPr>
              <a:xfrm>
                <a:off x="5912069" y="2364246"/>
                <a:ext cx="1087821" cy="369332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de-CH" dirty="0"/>
              </a:p>
            </p:txBody>
          </p:sp>
        </mc:Choice>
        <mc:Fallback xmlns="">
          <p:sp>
            <p:nvSpPr>
              <p:cNvPr id="33" name="Textfeld 32">
                <a:extLst>
                  <a:ext uri="{FF2B5EF4-FFF2-40B4-BE49-F238E27FC236}">
                    <a16:creationId xmlns:a16="http://schemas.microsoft.com/office/drawing/2014/main" id="{3775ED64-FF6B-724D-2F79-42CD0151FA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12069" y="2364246"/>
                <a:ext cx="1087821" cy="369332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de-CH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feld 33">
                <a:extLst>
                  <a:ext uri="{FF2B5EF4-FFF2-40B4-BE49-F238E27FC236}">
                    <a16:creationId xmlns:a16="http://schemas.microsoft.com/office/drawing/2014/main" id="{1A3E90AC-1AD8-DCF4-0818-5FBA5BE25587}"/>
                  </a:ext>
                </a:extLst>
              </p:cNvPr>
              <p:cNvSpPr txBox="1"/>
              <p:nvPr/>
            </p:nvSpPr>
            <p:spPr>
              <a:xfrm>
                <a:off x="5512964" y="2348481"/>
                <a:ext cx="43717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de-DE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de-DE" dirty="0"/>
                  <a:t>:</a:t>
                </a:r>
                <a:endParaRPr lang="de-CH" dirty="0"/>
              </a:p>
            </p:txBody>
          </p:sp>
        </mc:Choice>
        <mc:Fallback xmlns="">
          <p:sp>
            <p:nvSpPr>
              <p:cNvPr id="34" name="Textfeld 33">
                <a:extLst>
                  <a:ext uri="{FF2B5EF4-FFF2-40B4-BE49-F238E27FC236}">
                    <a16:creationId xmlns:a16="http://schemas.microsoft.com/office/drawing/2014/main" id="{1A3E90AC-1AD8-DCF4-0818-5FBA5BE255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12964" y="2348481"/>
                <a:ext cx="437171" cy="369332"/>
              </a:xfrm>
              <a:prstGeom prst="rect">
                <a:avLst/>
              </a:prstGeom>
              <a:blipFill>
                <a:blip r:embed="rId15"/>
                <a:stretch>
                  <a:fillRect t="-8197" r="-11111" b="-24590"/>
                </a:stretch>
              </a:blipFill>
            </p:spPr>
            <p:txBody>
              <a:bodyPr/>
              <a:lstStyle/>
              <a:p>
                <a:r>
                  <a:rPr lang="de-CH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feld 34">
                <a:extLst>
                  <a:ext uri="{FF2B5EF4-FFF2-40B4-BE49-F238E27FC236}">
                    <a16:creationId xmlns:a16="http://schemas.microsoft.com/office/drawing/2014/main" id="{D8A791B2-E58E-D370-B258-85BB72D7D31E}"/>
                  </a:ext>
                </a:extLst>
              </p:cNvPr>
              <p:cNvSpPr txBox="1"/>
              <p:nvPr/>
            </p:nvSpPr>
            <p:spPr>
              <a:xfrm>
                <a:off x="7669928" y="2350774"/>
                <a:ext cx="1087821" cy="369332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5</m:t>
                      </m:r>
                    </m:oMath>
                  </m:oMathPara>
                </a14:m>
                <a:endParaRPr lang="de-CH" dirty="0"/>
              </a:p>
            </p:txBody>
          </p:sp>
        </mc:Choice>
        <mc:Fallback xmlns="">
          <p:sp>
            <p:nvSpPr>
              <p:cNvPr id="35" name="Textfeld 34">
                <a:extLst>
                  <a:ext uri="{FF2B5EF4-FFF2-40B4-BE49-F238E27FC236}">
                    <a16:creationId xmlns:a16="http://schemas.microsoft.com/office/drawing/2014/main" id="{D8A791B2-E58E-D370-B258-85BB72D7D3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69928" y="2350774"/>
                <a:ext cx="1087821" cy="369332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de-CH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feld 35">
                <a:extLst>
                  <a:ext uri="{FF2B5EF4-FFF2-40B4-BE49-F238E27FC236}">
                    <a16:creationId xmlns:a16="http://schemas.microsoft.com/office/drawing/2014/main" id="{CAA317DA-84F2-FE33-4EA7-C185EB519C62}"/>
                  </a:ext>
                </a:extLst>
              </p:cNvPr>
              <p:cNvSpPr txBox="1"/>
              <p:nvPr/>
            </p:nvSpPr>
            <p:spPr>
              <a:xfrm>
                <a:off x="7270823" y="2335009"/>
                <a:ext cx="44249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de-DE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de-DE" dirty="0"/>
                  <a:t>:</a:t>
                </a:r>
                <a:endParaRPr lang="de-CH" dirty="0"/>
              </a:p>
            </p:txBody>
          </p:sp>
        </mc:Choice>
        <mc:Fallback xmlns="">
          <p:sp>
            <p:nvSpPr>
              <p:cNvPr id="36" name="Textfeld 35">
                <a:extLst>
                  <a:ext uri="{FF2B5EF4-FFF2-40B4-BE49-F238E27FC236}">
                    <a16:creationId xmlns:a16="http://schemas.microsoft.com/office/drawing/2014/main" id="{CAA317DA-84F2-FE33-4EA7-C185EB519C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70823" y="2335009"/>
                <a:ext cx="442493" cy="369332"/>
              </a:xfrm>
              <a:prstGeom prst="rect">
                <a:avLst/>
              </a:prstGeom>
              <a:blipFill>
                <a:blip r:embed="rId17"/>
                <a:stretch>
                  <a:fillRect t="-8197" r="-11111" b="-24590"/>
                </a:stretch>
              </a:blipFill>
            </p:spPr>
            <p:txBody>
              <a:bodyPr/>
              <a:lstStyle/>
              <a:p>
                <a:r>
                  <a:rPr lang="de-CH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Ellipse 1">
            <a:hlinkClick r:id="rId3" action="ppaction://hlinksldjump"/>
            <a:extLst>
              <a:ext uri="{FF2B5EF4-FFF2-40B4-BE49-F238E27FC236}">
                <a16:creationId xmlns:a16="http://schemas.microsoft.com/office/drawing/2014/main" id="{4B8E6A2C-0B05-3CB2-A06C-335AAF4D4608}"/>
              </a:ext>
            </a:extLst>
          </p:cNvPr>
          <p:cNvSpPr/>
          <p:nvPr/>
        </p:nvSpPr>
        <p:spPr>
          <a:xfrm>
            <a:off x="10431555" y="5933982"/>
            <a:ext cx="550015" cy="405636"/>
          </a:xfrm>
          <a:prstGeom prst="ellipse">
            <a:avLst/>
          </a:prstGeom>
          <a:solidFill>
            <a:srgbClr val="4472C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&gt;</a:t>
            </a:r>
            <a:endParaRPr lang="de-CH" dirty="0"/>
          </a:p>
        </p:txBody>
      </p:sp>
      <p:sp>
        <p:nvSpPr>
          <p:cNvPr id="10" name="Ellipse 9">
            <a:hlinkClick r:id="rId2" action="ppaction://hlinksldjump"/>
            <a:extLst>
              <a:ext uri="{FF2B5EF4-FFF2-40B4-BE49-F238E27FC236}">
                <a16:creationId xmlns:a16="http://schemas.microsoft.com/office/drawing/2014/main" id="{FC08A309-A8BA-385F-3C91-597CE123A8DD}"/>
              </a:ext>
            </a:extLst>
          </p:cNvPr>
          <p:cNvSpPr/>
          <p:nvPr/>
        </p:nvSpPr>
        <p:spPr>
          <a:xfrm>
            <a:off x="2976671" y="5933982"/>
            <a:ext cx="550015" cy="405636"/>
          </a:xfrm>
          <a:prstGeom prst="ellipse">
            <a:avLst/>
          </a:prstGeom>
          <a:solidFill>
            <a:srgbClr val="4472C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&lt;</a:t>
            </a:r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39487369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4D7BA6-FC52-1C4B-A31D-80F4D434E7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>
            <a:extLst>
              <a:ext uri="{FF2B5EF4-FFF2-40B4-BE49-F238E27FC236}">
                <a16:creationId xmlns:a16="http://schemas.microsoft.com/office/drawing/2014/main" id="{DCC6B26B-95E9-D412-6585-E1383B166198}"/>
              </a:ext>
            </a:extLst>
          </p:cNvPr>
          <p:cNvSpPr/>
          <p:nvPr/>
        </p:nvSpPr>
        <p:spPr>
          <a:xfrm>
            <a:off x="786962" y="248307"/>
            <a:ext cx="10618076" cy="6361386"/>
          </a:xfrm>
          <a:prstGeom prst="rect">
            <a:avLst/>
          </a:prstGeom>
          <a:noFill/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567C9EE8-1795-A0F1-00AB-FE1688A2C3B4}"/>
              </a:ext>
            </a:extLst>
          </p:cNvPr>
          <p:cNvSpPr/>
          <p:nvPr/>
        </p:nvSpPr>
        <p:spPr>
          <a:xfrm>
            <a:off x="786962" y="248307"/>
            <a:ext cx="1908941" cy="636138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6" name="Rechteck: abgerundete Ecken 5">
            <a:hlinkClick r:id="rId2" action="ppaction://hlinksldjump"/>
            <a:extLst>
              <a:ext uri="{FF2B5EF4-FFF2-40B4-BE49-F238E27FC236}">
                <a16:creationId xmlns:a16="http://schemas.microsoft.com/office/drawing/2014/main" id="{CD312D89-7E59-6506-D1EF-2397E98FE0DE}"/>
              </a:ext>
            </a:extLst>
          </p:cNvPr>
          <p:cNvSpPr/>
          <p:nvPr/>
        </p:nvSpPr>
        <p:spPr>
          <a:xfrm>
            <a:off x="786962" y="945931"/>
            <a:ext cx="1908941" cy="536028"/>
          </a:xfrm>
          <a:prstGeom prst="roundRect">
            <a:avLst/>
          </a:prstGeom>
          <a:solidFill>
            <a:srgbClr val="B4C7E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Regelstrecke</a:t>
            </a:r>
            <a:endParaRPr lang="de-CH" dirty="0"/>
          </a:p>
        </p:txBody>
      </p:sp>
      <p:sp>
        <p:nvSpPr>
          <p:cNvPr id="7" name="Rechteck: abgerundete Ecken 6">
            <a:extLst>
              <a:ext uri="{FF2B5EF4-FFF2-40B4-BE49-F238E27FC236}">
                <a16:creationId xmlns:a16="http://schemas.microsoft.com/office/drawing/2014/main" id="{5501C6FC-9849-0325-2429-C7552C402152}"/>
              </a:ext>
            </a:extLst>
          </p:cNvPr>
          <p:cNvSpPr/>
          <p:nvPr/>
        </p:nvSpPr>
        <p:spPr>
          <a:xfrm>
            <a:off x="786962" y="1481959"/>
            <a:ext cx="1908941" cy="536028"/>
          </a:xfrm>
          <a:prstGeom prst="roundRect">
            <a:avLst/>
          </a:prstGeom>
          <a:solidFill>
            <a:srgbClr val="4472C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Anregung</a:t>
            </a:r>
            <a:endParaRPr lang="de-CH" dirty="0"/>
          </a:p>
        </p:txBody>
      </p:sp>
      <p:sp>
        <p:nvSpPr>
          <p:cNvPr id="8" name="Rechteck: abgerundete Ecken 7">
            <a:hlinkClick r:id="rId3" action="ppaction://hlinksldjump"/>
            <a:extLst>
              <a:ext uri="{FF2B5EF4-FFF2-40B4-BE49-F238E27FC236}">
                <a16:creationId xmlns:a16="http://schemas.microsoft.com/office/drawing/2014/main" id="{CF2EB5AF-3A96-3F45-1C57-5323FC6F5B20}"/>
              </a:ext>
            </a:extLst>
          </p:cNvPr>
          <p:cNvSpPr/>
          <p:nvPr/>
        </p:nvSpPr>
        <p:spPr>
          <a:xfrm>
            <a:off x="786962" y="2017987"/>
            <a:ext cx="1908941" cy="536028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PSO</a:t>
            </a:r>
            <a:endParaRPr lang="de-CH" dirty="0"/>
          </a:p>
        </p:txBody>
      </p:sp>
      <p:sp>
        <p:nvSpPr>
          <p:cNvPr id="9" name="Rechteck: abgerundete Ecken 8">
            <a:hlinkClick r:id="rId4" action="ppaction://hlinksldjump"/>
            <a:extLst>
              <a:ext uri="{FF2B5EF4-FFF2-40B4-BE49-F238E27FC236}">
                <a16:creationId xmlns:a16="http://schemas.microsoft.com/office/drawing/2014/main" id="{1931FEED-6620-75F6-7A44-130A23E7B08B}"/>
              </a:ext>
            </a:extLst>
          </p:cNvPr>
          <p:cNvSpPr/>
          <p:nvPr/>
        </p:nvSpPr>
        <p:spPr>
          <a:xfrm>
            <a:off x="786961" y="2554015"/>
            <a:ext cx="1908941" cy="536028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Auswertung</a:t>
            </a:r>
            <a:endParaRPr lang="de-CH" dirty="0"/>
          </a:p>
        </p:txBody>
      </p:sp>
      <p:pic>
        <p:nvPicPr>
          <p:cNvPr id="1028" name="Picture 4" descr="Png File - Settings Icon, Transparent Png - 980x982(#857091) - PngFind">
            <a:hlinkClick r:id="rId5" action="ppaction://hlinksldjump"/>
            <a:extLst>
              <a:ext uri="{FF2B5EF4-FFF2-40B4-BE49-F238E27FC236}">
                <a16:creationId xmlns:a16="http://schemas.microsoft.com/office/drawing/2014/main" id="{70888984-F430-D9D0-AFE1-60D3F89D4C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0" b="100000" l="0" r="100000">
                        <a14:foregroundMark x1="46119" y1="31304" x2="46119" y2="3130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1248" y="6081392"/>
            <a:ext cx="435172" cy="4570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Rechteck: abgerundete Ecken 10">
            <a:extLst>
              <a:ext uri="{FF2B5EF4-FFF2-40B4-BE49-F238E27FC236}">
                <a16:creationId xmlns:a16="http://schemas.microsoft.com/office/drawing/2014/main" id="{2C04101E-514C-4875-76EA-01EC85004C4B}"/>
              </a:ext>
            </a:extLst>
          </p:cNvPr>
          <p:cNvSpPr/>
          <p:nvPr/>
        </p:nvSpPr>
        <p:spPr>
          <a:xfrm>
            <a:off x="3901965" y="650328"/>
            <a:ext cx="6148551" cy="5431064"/>
          </a:xfrm>
          <a:prstGeom prst="roundRect">
            <a:avLst>
              <a:gd name="adj" fmla="val 4507"/>
            </a:avLst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 dirty="0"/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99A1AD70-7223-6A59-E7C7-B02319F248C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82479" y="2928999"/>
            <a:ext cx="3987519" cy="3004983"/>
          </a:xfrm>
          <a:prstGeom prst="rect">
            <a:avLst/>
          </a:prstGeom>
        </p:spPr>
      </p:pic>
      <p:sp>
        <p:nvSpPr>
          <p:cNvPr id="16" name="Rechteck 15">
            <a:extLst>
              <a:ext uri="{FF2B5EF4-FFF2-40B4-BE49-F238E27FC236}">
                <a16:creationId xmlns:a16="http://schemas.microsoft.com/office/drawing/2014/main" id="{988A7474-ED70-12EF-4306-40D8BCD24108}"/>
              </a:ext>
            </a:extLst>
          </p:cNvPr>
          <p:cNvSpPr/>
          <p:nvPr/>
        </p:nvSpPr>
        <p:spPr>
          <a:xfrm>
            <a:off x="11256578" y="248307"/>
            <a:ext cx="148460" cy="6361386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17" name="Rechteck 16">
            <a:extLst>
              <a:ext uri="{FF2B5EF4-FFF2-40B4-BE49-F238E27FC236}">
                <a16:creationId xmlns:a16="http://schemas.microsoft.com/office/drawing/2014/main" id="{65FEE85F-6DFC-29A6-A51D-D98583541598}"/>
              </a:ext>
            </a:extLst>
          </p:cNvPr>
          <p:cNvSpPr/>
          <p:nvPr/>
        </p:nvSpPr>
        <p:spPr>
          <a:xfrm>
            <a:off x="11256577" y="2550079"/>
            <a:ext cx="148460" cy="796158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18" name="Rechteck: obere Ecken abgerundet 17">
            <a:extLst>
              <a:ext uri="{FF2B5EF4-FFF2-40B4-BE49-F238E27FC236}">
                <a16:creationId xmlns:a16="http://schemas.microsoft.com/office/drawing/2014/main" id="{44A11C6D-FD40-54D9-BF0A-7537DA34DEFD}"/>
              </a:ext>
            </a:extLst>
          </p:cNvPr>
          <p:cNvSpPr/>
          <p:nvPr/>
        </p:nvSpPr>
        <p:spPr>
          <a:xfrm rot="10800000">
            <a:off x="3901965" y="650329"/>
            <a:ext cx="6148551" cy="429609"/>
          </a:xfrm>
          <a:prstGeom prst="round2SameRect">
            <a:avLst>
              <a:gd name="adj1" fmla="val 0"/>
              <a:gd name="adj2" fmla="val 5000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 dirty="0"/>
          </a:p>
        </p:txBody>
      </p:sp>
      <p:sp>
        <p:nvSpPr>
          <p:cNvPr id="19" name="Textfeld 18">
            <a:extLst>
              <a:ext uri="{FF2B5EF4-FFF2-40B4-BE49-F238E27FC236}">
                <a16:creationId xmlns:a16="http://schemas.microsoft.com/office/drawing/2014/main" id="{36E97EE0-E9C5-B875-F483-5AF9B4698CD9}"/>
              </a:ext>
            </a:extLst>
          </p:cNvPr>
          <p:cNvSpPr txBox="1"/>
          <p:nvPr/>
        </p:nvSpPr>
        <p:spPr>
          <a:xfrm>
            <a:off x="4424579" y="680467"/>
            <a:ext cx="11662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 err="1">
                <a:solidFill>
                  <a:schemeClr val="bg1"/>
                </a:solidFill>
              </a:rPr>
              <a:t>Störgrösse</a:t>
            </a:r>
            <a:endParaRPr lang="de-CH" dirty="0">
              <a:solidFill>
                <a:schemeClr val="bg1"/>
              </a:solidFill>
            </a:endParaRPr>
          </a:p>
        </p:txBody>
      </p:sp>
      <p:sp>
        <p:nvSpPr>
          <p:cNvPr id="21" name="Rechteck 20">
            <a:extLst>
              <a:ext uri="{FF2B5EF4-FFF2-40B4-BE49-F238E27FC236}">
                <a16:creationId xmlns:a16="http://schemas.microsoft.com/office/drawing/2014/main" id="{1581AE56-DF42-C7AA-B0DE-4789E947932D}"/>
              </a:ext>
            </a:extLst>
          </p:cNvPr>
          <p:cNvSpPr/>
          <p:nvPr/>
        </p:nvSpPr>
        <p:spPr>
          <a:xfrm>
            <a:off x="4132917" y="719302"/>
            <a:ext cx="291662" cy="291662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dirty="0">
                <a:solidFill>
                  <a:schemeClr val="tx1"/>
                </a:solidFill>
              </a:rPr>
              <a:t>X</a:t>
            </a:r>
          </a:p>
        </p:txBody>
      </p:sp>
      <p:sp>
        <p:nvSpPr>
          <p:cNvPr id="26" name="Rechteck 25">
            <a:extLst>
              <a:ext uri="{FF2B5EF4-FFF2-40B4-BE49-F238E27FC236}">
                <a16:creationId xmlns:a16="http://schemas.microsoft.com/office/drawing/2014/main" id="{DCD5737E-9EBC-E9AD-F7C0-09B7370DFAD4}"/>
              </a:ext>
            </a:extLst>
          </p:cNvPr>
          <p:cNvSpPr/>
          <p:nvPr/>
        </p:nvSpPr>
        <p:spPr>
          <a:xfrm>
            <a:off x="4132917" y="1221829"/>
            <a:ext cx="1779152" cy="327134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CH" dirty="0">
                <a:solidFill>
                  <a:schemeClr val="tx1"/>
                </a:solidFill>
              </a:rPr>
              <a:t>Sprungfunktion</a:t>
            </a:r>
          </a:p>
        </p:txBody>
      </p:sp>
      <p:sp>
        <p:nvSpPr>
          <p:cNvPr id="27" name="Textfeld 26">
            <a:extLst>
              <a:ext uri="{FF2B5EF4-FFF2-40B4-BE49-F238E27FC236}">
                <a16:creationId xmlns:a16="http://schemas.microsoft.com/office/drawing/2014/main" id="{2A8FC571-775F-338F-C237-7C409791D6E2}"/>
              </a:ext>
            </a:extLst>
          </p:cNvPr>
          <p:cNvSpPr txBox="1"/>
          <p:nvPr/>
        </p:nvSpPr>
        <p:spPr>
          <a:xfrm rot="16200000">
            <a:off x="5656954" y="1214256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&lt;</a:t>
            </a:r>
            <a:endParaRPr lang="de-CH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feld 28">
                <a:extLst>
                  <a:ext uri="{FF2B5EF4-FFF2-40B4-BE49-F238E27FC236}">
                    <a16:creationId xmlns:a16="http://schemas.microsoft.com/office/drawing/2014/main" id="{2BA877BC-191F-11C8-98D2-97880CC458FC}"/>
                  </a:ext>
                </a:extLst>
              </p:cNvPr>
              <p:cNvSpPr txBox="1"/>
              <p:nvPr/>
            </p:nvSpPr>
            <p:spPr>
              <a:xfrm>
                <a:off x="8069033" y="1225771"/>
                <a:ext cx="1087821" cy="369332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de-CH" dirty="0"/>
              </a:p>
            </p:txBody>
          </p:sp>
        </mc:Choice>
        <mc:Fallback xmlns="">
          <p:sp>
            <p:nvSpPr>
              <p:cNvPr id="29" name="Textfeld 28">
                <a:extLst>
                  <a:ext uri="{FF2B5EF4-FFF2-40B4-BE49-F238E27FC236}">
                    <a16:creationId xmlns:a16="http://schemas.microsoft.com/office/drawing/2014/main" id="{2BA877BC-191F-11C8-98D2-97880CC458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69033" y="1225771"/>
                <a:ext cx="1087821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de-CH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feld 29">
                <a:extLst>
                  <a:ext uri="{FF2B5EF4-FFF2-40B4-BE49-F238E27FC236}">
                    <a16:creationId xmlns:a16="http://schemas.microsoft.com/office/drawing/2014/main" id="{FB84EA8A-A29F-D62F-42A9-89516BB9F9CF}"/>
                  </a:ext>
                </a:extLst>
              </p:cNvPr>
              <p:cNvSpPr txBox="1"/>
              <p:nvPr/>
            </p:nvSpPr>
            <p:spPr>
              <a:xfrm>
                <a:off x="7669928" y="1210006"/>
                <a:ext cx="38106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de-DE" i="1" dirty="0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de-DE" dirty="0"/>
                  <a:t>:</a:t>
                </a:r>
                <a:endParaRPr lang="de-CH" dirty="0"/>
              </a:p>
            </p:txBody>
          </p:sp>
        </mc:Choice>
        <mc:Fallback xmlns="">
          <p:sp>
            <p:nvSpPr>
              <p:cNvPr id="30" name="Textfeld 29">
                <a:extLst>
                  <a:ext uri="{FF2B5EF4-FFF2-40B4-BE49-F238E27FC236}">
                    <a16:creationId xmlns:a16="http://schemas.microsoft.com/office/drawing/2014/main" id="{FB84EA8A-A29F-D62F-42A9-89516BB9F9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69928" y="1210006"/>
                <a:ext cx="381066" cy="369332"/>
              </a:xfrm>
              <a:prstGeom prst="rect">
                <a:avLst/>
              </a:prstGeom>
              <a:blipFill>
                <a:blip r:embed="rId10"/>
                <a:stretch>
                  <a:fillRect t="-8197" r="-12698" b="-24590"/>
                </a:stretch>
              </a:blipFill>
            </p:spPr>
            <p:txBody>
              <a:bodyPr/>
              <a:lstStyle/>
              <a:p>
                <a:r>
                  <a:rPr lang="de-CH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feld 30">
                <a:extLst>
                  <a:ext uri="{FF2B5EF4-FFF2-40B4-BE49-F238E27FC236}">
                    <a16:creationId xmlns:a16="http://schemas.microsoft.com/office/drawing/2014/main" id="{D9B127AC-6455-EFB0-7F6A-23D5181758B4}"/>
                  </a:ext>
                </a:extLst>
              </p:cNvPr>
              <p:cNvSpPr txBox="1"/>
              <p:nvPr/>
            </p:nvSpPr>
            <p:spPr>
              <a:xfrm>
                <a:off x="8069033" y="1678335"/>
                <a:ext cx="1087821" cy="369332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de-CH" dirty="0"/>
              </a:p>
            </p:txBody>
          </p:sp>
        </mc:Choice>
        <mc:Fallback xmlns="">
          <p:sp>
            <p:nvSpPr>
              <p:cNvPr id="31" name="Textfeld 30">
                <a:extLst>
                  <a:ext uri="{FF2B5EF4-FFF2-40B4-BE49-F238E27FC236}">
                    <a16:creationId xmlns:a16="http://schemas.microsoft.com/office/drawing/2014/main" id="{D9B127AC-6455-EFB0-7F6A-23D5181758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69033" y="1678335"/>
                <a:ext cx="1087821" cy="36933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de-CH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feld 31">
                <a:extLst>
                  <a:ext uri="{FF2B5EF4-FFF2-40B4-BE49-F238E27FC236}">
                    <a16:creationId xmlns:a16="http://schemas.microsoft.com/office/drawing/2014/main" id="{3176EF55-48BC-7A9D-C8F0-78776FB0F64D}"/>
                  </a:ext>
                </a:extLst>
              </p:cNvPr>
              <p:cNvSpPr txBox="1"/>
              <p:nvPr/>
            </p:nvSpPr>
            <p:spPr>
              <a:xfrm>
                <a:off x="7669928" y="1662570"/>
                <a:ext cx="44249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de-DE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de-DE" dirty="0"/>
                  <a:t>:</a:t>
                </a:r>
                <a:endParaRPr lang="de-CH" dirty="0"/>
              </a:p>
            </p:txBody>
          </p:sp>
        </mc:Choice>
        <mc:Fallback xmlns="">
          <p:sp>
            <p:nvSpPr>
              <p:cNvPr id="32" name="Textfeld 31">
                <a:extLst>
                  <a:ext uri="{FF2B5EF4-FFF2-40B4-BE49-F238E27FC236}">
                    <a16:creationId xmlns:a16="http://schemas.microsoft.com/office/drawing/2014/main" id="{3176EF55-48BC-7A9D-C8F0-78776FB0F6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69928" y="1662570"/>
                <a:ext cx="442493" cy="369332"/>
              </a:xfrm>
              <a:prstGeom prst="rect">
                <a:avLst/>
              </a:prstGeom>
              <a:blipFill>
                <a:blip r:embed="rId12"/>
                <a:stretch>
                  <a:fillRect t="-10000" r="-10959" b="-26667"/>
                </a:stretch>
              </a:blipFill>
            </p:spPr>
            <p:txBody>
              <a:bodyPr/>
              <a:lstStyle/>
              <a:p>
                <a:r>
                  <a:rPr lang="de-CH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feld 32">
                <a:extLst>
                  <a:ext uri="{FF2B5EF4-FFF2-40B4-BE49-F238E27FC236}">
                    <a16:creationId xmlns:a16="http://schemas.microsoft.com/office/drawing/2014/main" id="{38D0ED11-3708-2587-F39E-492D4C415F5F}"/>
                  </a:ext>
                </a:extLst>
              </p:cNvPr>
              <p:cNvSpPr txBox="1"/>
              <p:nvPr/>
            </p:nvSpPr>
            <p:spPr>
              <a:xfrm>
                <a:off x="5912069" y="2364246"/>
                <a:ext cx="1087821" cy="369332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de-CH" dirty="0"/>
              </a:p>
            </p:txBody>
          </p:sp>
        </mc:Choice>
        <mc:Fallback xmlns="">
          <p:sp>
            <p:nvSpPr>
              <p:cNvPr id="33" name="Textfeld 32">
                <a:extLst>
                  <a:ext uri="{FF2B5EF4-FFF2-40B4-BE49-F238E27FC236}">
                    <a16:creationId xmlns:a16="http://schemas.microsoft.com/office/drawing/2014/main" id="{38D0ED11-3708-2587-F39E-492D4C415F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12069" y="2364246"/>
                <a:ext cx="1087821" cy="369332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de-CH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feld 33">
                <a:extLst>
                  <a:ext uri="{FF2B5EF4-FFF2-40B4-BE49-F238E27FC236}">
                    <a16:creationId xmlns:a16="http://schemas.microsoft.com/office/drawing/2014/main" id="{00462B3B-2578-20C4-14E4-F7697AE22370}"/>
                  </a:ext>
                </a:extLst>
              </p:cNvPr>
              <p:cNvSpPr txBox="1"/>
              <p:nvPr/>
            </p:nvSpPr>
            <p:spPr>
              <a:xfrm>
                <a:off x="5512964" y="2348481"/>
                <a:ext cx="43717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de-DE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de-DE" dirty="0"/>
                  <a:t>:</a:t>
                </a:r>
                <a:endParaRPr lang="de-CH" dirty="0"/>
              </a:p>
            </p:txBody>
          </p:sp>
        </mc:Choice>
        <mc:Fallback xmlns="">
          <p:sp>
            <p:nvSpPr>
              <p:cNvPr id="34" name="Textfeld 33">
                <a:extLst>
                  <a:ext uri="{FF2B5EF4-FFF2-40B4-BE49-F238E27FC236}">
                    <a16:creationId xmlns:a16="http://schemas.microsoft.com/office/drawing/2014/main" id="{00462B3B-2578-20C4-14E4-F7697AE223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12964" y="2348481"/>
                <a:ext cx="437171" cy="369332"/>
              </a:xfrm>
              <a:prstGeom prst="rect">
                <a:avLst/>
              </a:prstGeom>
              <a:blipFill>
                <a:blip r:embed="rId14"/>
                <a:stretch>
                  <a:fillRect t="-8197" r="-11111" b="-24590"/>
                </a:stretch>
              </a:blipFill>
            </p:spPr>
            <p:txBody>
              <a:bodyPr/>
              <a:lstStyle/>
              <a:p>
                <a:r>
                  <a:rPr lang="de-CH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feld 34">
                <a:extLst>
                  <a:ext uri="{FF2B5EF4-FFF2-40B4-BE49-F238E27FC236}">
                    <a16:creationId xmlns:a16="http://schemas.microsoft.com/office/drawing/2014/main" id="{B3E75977-EE6F-7667-ADB7-4D933F2729EF}"/>
                  </a:ext>
                </a:extLst>
              </p:cNvPr>
              <p:cNvSpPr txBox="1"/>
              <p:nvPr/>
            </p:nvSpPr>
            <p:spPr>
              <a:xfrm>
                <a:off x="7669928" y="2350774"/>
                <a:ext cx="1087821" cy="369332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5</m:t>
                      </m:r>
                    </m:oMath>
                  </m:oMathPara>
                </a14:m>
                <a:endParaRPr lang="de-CH" dirty="0"/>
              </a:p>
            </p:txBody>
          </p:sp>
        </mc:Choice>
        <mc:Fallback xmlns="">
          <p:sp>
            <p:nvSpPr>
              <p:cNvPr id="35" name="Textfeld 34">
                <a:extLst>
                  <a:ext uri="{FF2B5EF4-FFF2-40B4-BE49-F238E27FC236}">
                    <a16:creationId xmlns:a16="http://schemas.microsoft.com/office/drawing/2014/main" id="{B3E75977-EE6F-7667-ADB7-4D933F2729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69928" y="2350774"/>
                <a:ext cx="1087821" cy="369332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de-CH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feld 35">
                <a:extLst>
                  <a:ext uri="{FF2B5EF4-FFF2-40B4-BE49-F238E27FC236}">
                    <a16:creationId xmlns:a16="http://schemas.microsoft.com/office/drawing/2014/main" id="{4BA5D741-6C7E-7080-35C3-60F14E0373E9}"/>
                  </a:ext>
                </a:extLst>
              </p:cNvPr>
              <p:cNvSpPr txBox="1"/>
              <p:nvPr/>
            </p:nvSpPr>
            <p:spPr>
              <a:xfrm>
                <a:off x="7270823" y="2335009"/>
                <a:ext cx="44249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de-DE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de-DE" dirty="0"/>
                  <a:t>:</a:t>
                </a:r>
                <a:endParaRPr lang="de-CH" dirty="0"/>
              </a:p>
            </p:txBody>
          </p:sp>
        </mc:Choice>
        <mc:Fallback xmlns="">
          <p:sp>
            <p:nvSpPr>
              <p:cNvPr id="36" name="Textfeld 35">
                <a:extLst>
                  <a:ext uri="{FF2B5EF4-FFF2-40B4-BE49-F238E27FC236}">
                    <a16:creationId xmlns:a16="http://schemas.microsoft.com/office/drawing/2014/main" id="{4BA5D741-6C7E-7080-35C3-60F14E0373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70823" y="2335009"/>
                <a:ext cx="442493" cy="369332"/>
              </a:xfrm>
              <a:prstGeom prst="rect">
                <a:avLst/>
              </a:prstGeom>
              <a:blipFill>
                <a:blip r:embed="rId16"/>
                <a:stretch>
                  <a:fillRect t="-8197" r="-11111" b="-24590"/>
                </a:stretch>
              </a:blipFill>
            </p:spPr>
            <p:txBody>
              <a:bodyPr/>
              <a:lstStyle/>
              <a:p>
                <a:r>
                  <a:rPr lang="de-CH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feld 1">
                <a:extLst>
                  <a:ext uri="{FF2B5EF4-FFF2-40B4-BE49-F238E27FC236}">
                    <a16:creationId xmlns:a16="http://schemas.microsoft.com/office/drawing/2014/main" id="{CE983D2A-4EA6-E6E3-77C5-757CE51D4222}"/>
                  </a:ext>
                </a:extLst>
              </p:cNvPr>
              <p:cNvSpPr txBox="1"/>
              <p:nvPr/>
            </p:nvSpPr>
            <p:spPr>
              <a:xfrm>
                <a:off x="4132917" y="1819803"/>
                <a:ext cx="209583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𝑙</m:t>
                      </m:r>
                      <m:d>
                        <m:d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=1⋅</m:t>
                      </m:r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𝜎</m:t>
                      </m:r>
                      <m:d>
                        <m:d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</m:oMath>
                  </m:oMathPara>
                </a14:m>
                <a:endParaRPr lang="de-CH" dirty="0"/>
              </a:p>
            </p:txBody>
          </p:sp>
        </mc:Choice>
        <mc:Fallback xmlns="">
          <p:sp>
            <p:nvSpPr>
              <p:cNvPr id="2" name="Textfeld 1">
                <a:extLst>
                  <a:ext uri="{FF2B5EF4-FFF2-40B4-BE49-F238E27FC236}">
                    <a16:creationId xmlns:a16="http://schemas.microsoft.com/office/drawing/2014/main" id="{CE983D2A-4EA6-E6E3-77C5-757CE51D42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32917" y="1819803"/>
                <a:ext cx="2095830" cy="369332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CH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Ellipse 9">
            <a:hlinkClick r:id="rId3" action="ppaction://hlinksldjump"/>
            <a:extLst>
              <a:ext uri="{FF2B5EF4-FFF2-40B4-BE49-F238E27FC236}">
                <a16:creationId xmlns:a16="http://schemas.microsoft.com/office/drawing/2014/main" id="{65AA3427-A09C-994C-D17E-18B0C34DDF24}"/>
              </a:ext>
            </a:extLst>
          </p:cNvPr>
          <p:cNvSpPr/>
          <p:nvPr/>
        </p:nvSpPr>
        <p:spPr>
          <a:xfrm>
            <a:off x="10431555" y="5933982"/>
            <a:ext cx="550015" cy="405636"/>
          </a:xfrm>
          <a:prstGeom prst="ellipse">
            <a:avLst/>
          </a:prstGeom>
          <a:solidFill>
            <a:srgbClr val="4472C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&gt;</a:t>
            </a:r>
            <a:endParaRPr lang="de-CH" dirty="0"/>
          </a:p>
        </p:txBody>
      </p:sp>
      <p:sp>
        <p:nvSpPr>
          <p:cNvPr id="12" name="Ellipse 11">
            <a:hlinkClick r:id="rId2" action="ppaction://hlinksldjump"/>
            <a:extLst>
              <a:ext uri="{FF2B5EF4-FFF2-40B4-BE49-F238E27FC236}">
                <a16:creationId xmlns:a16="http://schemas.microsoft.com/office/drawing/2014/main" id="{B0B12443-1AEB-43F2-E8B3-1063397AC708}"/>
              </a:ext>
            </a:extLst>
          </p:cNvPr>
          <p:cNvSpPr/>
          <p:nvPr/>
        </p:nvSpPr>
        <p:spPr>
          <a:xfrm>
            <a:off x="2976671" y="5933982"/>
            <a:ext cx="550015" cy="405636"/>
          </a:xfrm>
          <a:prstGeom prst="ellipse">
            <a:avLst/>
          </a:prstGeom>
          <a:solidFill>
            <a:srgbClr val="4472C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&lt;</a:t>
            </a:r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13838567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54C337-575D-B02B-43C5-D354C23EFA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>
            <a:extLst>
              <a:ext uri="{FF2B5EF4-FFF2-40B4-BE49-F238E27FC236}">
                <a16:creationId xmlns:a16="http://schemas.microsoft.com/office/drawing/2014/main" id="{68765A16-C407-D6CA-22C5-D3A3A0EC3F34}"/>
              </a:ext>
            </a:extLst>
          </p:cNvPr>
          <p:cNvSpPr/>
          <p:nvPr/>
        </p:nvSpPr>
        <p:spPr>
          <a:xfrm>
            <a:off x="786962" y="248307"/>
            <a:ext cx="10618076" cy="6361386"/>
          </a:xfrm>
          <a:prstGeom prst="rect">
            <a:avLst/>
          </a:prstGeom>
          <a:noFill/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2FBE9514-8D25-FEDF-B800-29183358C33C}"/>
              </a:ext>
            </a:extLst>
          </p:cNvPr>
          <p:cNvSpPr/>
          <p:nvPr/>
        </p:nvSpPr>
        <p:spPr>
          <a:xfrm>
            <a:off x="786962" y="248307"/>
            <a:ext cx="1908941" cy="636138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6" name="Rechteck: abgerundete Ecken 5">
            <a:hlinkClick r:id="rId2" action="ppaction://hlinksldjump"/>
            <a:extLst>
              <a:ext uri="{FF2B5EF4-FFF2-40B4-BE49-F238E27FC236}">
                <a16:creationId xmlns:a16="http://schemas.microsoft.com/office/drawing/2014/main" id="{2CE5C7F9-2155-932E-732C-F25B69D5C89F}"/>
              </a:ext>
            </a:extLst>
          </p:cNvPr>
          <p:cNvSpPr/>
          <p:nvPr/>
        </p:nvSpPr>
        <p:spPr>
          <a:xfrm>
            <a:off x="786962" y="945931"/>
            <a:ext cx="1908941" cy="536028"/>
          </a:xfrm>
          <a:prstGeom prst="roundRect">
            <a:avLst/>
          </a:prstGeom>
          <a:solidFill>
            <a:srgbClr val="B4C7E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Regelstrecke</a:t>
            </a:r>
            <a:endParaRPr lang="de-CH" dirty="0"/>
          </a:p>
        </p:txBody>
      </p:sp>
      <p:sp>
        <p:nvSpPr>
          <p:cNvPr id="7" name="Rechteck: abgerundete Ecken 6">
            <a:extLst>
              <a:ext uri="{FF2B5EF4-FFF2-40B4-BE49-F238E27FC236}">
                <a16:creationId xmlns:a16="http://schemas.microsoft.com/office/drawing/2014/main" id="{2F577665-1AC3-4C31-BC3D-E8B37EEA8BF7}"/>
              </a:ext>
            </a:extLst>
          </p:cNvPr>
          <p:cNvSpPr/>
          <p:nvPr/>
        </p:nvSpPr>
        <p:spPr>
          <a:xfrm>
            <a:off x="786962" y="1481959"/>
            <a:ext cx="1908941" cy="536028"/>
          </a:xfrm>
          <a:prstGeom prst="roundRect">
            <a:avLst/>
          </a:prstGeom>
          <a:solidFill>
            <a:srgbClr val="4472C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Anregung</a:t>
            </a:r>
            <a:endParaRPr lang="de-CH" dirty="0"/>
          </a:p>
        </p:txBody>
      </p:sp>
      <p:sp>
        <p:nvSpPr>
          <p:cNvPr id="8" name="Rechteck: abgerundete Ecken 7">
            <a:hlinkClick r:id="rId3" action="ppaction://hlinksldjump"/>
            <a:extLst>
              <a:ext uri="{FF2B5EF4-FFF2-40B4-BE49-F238E27FC236}">
                <a16:creationId xmlns:a16="http://schemas.microsoft.com/office/drawing/2014/main" id="{F108F22F-1941-6CBC-276F-5205FD450EA2}"/>
              </a:ext>
            </a:extLst>
          </p:cNvPr>
          <p:cNvSpPr/>
          <p:nvPr/>
        </p:nvSpPr>
        <p:spPr>
          <a:xfrm>
            <a:off x="786962" y="2017987"/>
            <a:ext cx="1908941" cy="536028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PSO</a:t>
            </a:r>
            <a:endParaRPr lang="de-CH" dirty="0"/>
          </a:p>
        </p:txBody>
      </p:sp>
      <p:sp>
        <p:nvSpPr>
          <p:cNvPr id="9" name="Rechteck: abgerundete Ecken 8">
            <a:hlinkClick r:id="rId4" action="ppaction://hlinksldjump"/>
            <a:extLst>
              <a:ext uri="{FF2B5EF4-FFF2-40B4-BE49-F238E27FC236}">
                <a16:creationId xmlns:a16="http://schemas.microsoft.com/office/drawing/2014/main" id="{4EB6E8B4-B180-C645-EC2E-FE1B192E9780}"/>
              </a:ext>
            </a:extLst>
          </p:cNvPr>
          <p:cNvSpPr/>
          <p:nvPr/>
        </p:nvSpPr>
        <p:spPr>
          <a:xfrm>
            <a:off x="786961" y="2554015"/>
            <a:ext cx="1908941" cy="536028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Auswertung</a:t>
            </a:r>
            <a:endParaRPr lang="de-CH" dirty="0"/>
          </a:p>
        </p:txBody>
      </p:sp>
      <p:pic>
        <p:nvPicPr>
          <p:cNvPr id="1028" name="Picture 4" descr="Png File - Settings Icon, Transparent Png - 980x982(#857091) - PngFind">
            <a:hlinkClick r:id="rId5" action="ppaction://hlinksldjump"/>
            <a:extLst>
              <a:ext uri="{FF2B5EF4-FFF2-40B4-BE49-F238E27FC236}">
                <a16:creationId xmlns:a16="http://schemas.microsoft.com/office/drawing/2014/main" id="{28C59971-CBED-5289-F5E7-4B95DEA840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0" b="100000" l="0" r="100000">
                        <a14:foregroundMark x1="46119" y1="31304" x2="46119" y2="3130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1248" y="6081392"/>
            <a:ext cx="435172" cy="4570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Rechteck: abgerundete Ecken 10">
            <a:extLst>
              <a:ext uri="{FF2B5EF4-FFF2-40B4-BE49-F238E27FC236}">
                <a16:creationId xmlns:a16="http://schemas.microsoft.com/office/drawing/2014/main" id="{95DBC7F5-E768-FC1B-45F0-728954B92782}"/>
              </a:ext>
            </a:extLst>
          </p:cNvPr>
          <p:cNvSpPr/>
          <p:nvPr/>
        </p:nvSpPr>
        <p:spPr>
          <a:xfrm>
            <a:off x="3901965" y="650328"/>
            <a:ext cx="6148551" cy="5431064"/>
          </a:xfrm>
          <a:prstGeom prst="roundRect">
            <a:avLst>
              <a:gd name="adj" fmla="val 4507"/>
            </a:avLst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 dirty="0"/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0EC64887-6328-6564-FCF5-BBAC2904D65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82479" y="2928999"/>
            <a:ext cx="3987519" cy="3004983"/>
          </a:xfrm>
          <a:prstGeom prst="rect">
            <a:avLst/>
          </a:prstGeom>
        </p:spPr>
      </p:pic>
      <p:sp>
        <p:nvSpPr>
          <p:cNvPr id="16" name="Rechteck 15">
            <a:extLst>
              <a:ext uri="{FF2B5EF4-FFF2-40B4-BE49-F238E27FC236}">
                <a16:creationId xmlns:a16="http://schemas.microsoft.com/office/drawing/2014/main" id="{C5B2FC14-1D8B-DB29-A807-E39D9AB194D2}"/>
              </a:ext>
            </a:extLst>
          </p:cNvPr>
          <p:cNvSpPr/>
          <p:nvPr/>
        </p:nvSpPr>
        <p:spPr>
          <a:xfrm>
            <a:off x="11256578" y="248307"/>
            <a:ext cx="148460" cy="6361386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17" name="Rechteck 16">
            <a:extLst>
              <a:ext uri="{FF2B5EF4-FFF2-40B4-BE49-F238E27FC236}">
                <a16:creationId xmlns:a16="http://schemas.microsoft.com/office/drawing/2014/main" id="{609FC220-1919-1F44-721A-0D63989410E1}"/>
              </a:ext>
            </a:extLst>
          </p:cNvPr>
          <p:cNvSpPr/>
          <p:nvPr/>
        </p:nvSpPr>
        <p:spPr>
          <a:xfrm>
            <a:off x="11256577" y="5253878"/>
            <a:ext cx="148460" cy="796158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18" name="Rechteck: obere Ecken abgerundet 17">
            <a:extLst>
              <a:ext uri="{FF2B5EF4-FFF2-40B4-BE49-F238E27FC236}">
                <a16:creationId xmlns:a16="http://schemas.microsoft.com/office/drawing/2014/main" id="{05196500-AFA8-26A4-178C-B76FB1E8FA51}"/>
              </a:ext>
            </a:extLst>
          </p:cNvPr>
          <p:cNvSpPr/>
          <p:nvPr/>
        </p:nvSpPr>
        <p:spPr>
          <a:xfrm rot="10800000">
            <a:off x="3901965" y="650329"/>
            <a:ext cx="6148551" cy="429609"/>
          </a:xfrm>
          <a:prstGeom prst="round2SameRect">
            <a:avLst>
              <a:gd name="adj1" fmla="val 0"/>
              <a:gd name="adj2" fmla="val 5000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 dirty="0"/>
          </a:p>
        </p:txBody>
      </p:sp>
      <p:sp>
        <p:nvSpPr>
          <p:cNvPr id="19" name="Textfeld 18">
            <a:extLst>
              <a:ext uri="{FF2B5EF4-FFF2-40B4-BE49-F238E27FC236}">
                <a16:creationId xmlns:a16="http://schemas.microsoft.com/office/drawing/2014/main" id="{52878F33-500C-5F1A-30FF-1473579569D3}"/>
              </a:ext>
            </a:extLst>
          </p:cNvPr>
          <p:cNvSpPr txBox="1"/>
          <p:nvPr/>
        </p:nvSpPr>
        <p:spPr>
          <a:xfrm>
            <a:off x="4424579" y="680467"/>
            <a:ext cx="16397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 err="1">
                <a:solidFill>
                  <a:schemeClr val="bg1"/>
                </a:solidFill>
              </a:rPr>
              <a:t>Messstörgrösse</a:t>
            </a:r>
            <a:endParaRPr lang="de-CH" dirty="0">
              <a:solidFill>
                <a:schemeClr val="bg1"/>
              </a:solidFill>
            </a:endParaRPr>
          </a:p>
        </p:txBody>
      </p:sp>
      <p:sp>
        <p:nvSpPr>
          <p:cNvPr id="21" name="Rechteck 20">
            <a:extLst>
              <a:ext uri="{FF2B5EF4-FFF2-40B4-BE49-F238E27FC236}">
                <a16:creationId xmlns:a16="http://schemas.microsoft.com/office/drawing/2014/main" id="{6CF3EDC1-CEB5-D96C-8FC7-BEFF2C3E4D65}"/>
              </a:ext>
            </a:extLst>
          </p:cNvPr>
          <p:cNvSpPr/>
          <p:nvPr/>
        </p:nvSpPr>
        <p:spPr>
          <a:xfrm>
            <a:off x="4132917" y="719302"/>
            <a:ext cx="291662" cy="291662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dirty="0">
                <a:solidFill>
                  <a:schemeClr val="tx1"/>
                </a:solidFill>
              </a:rPr>
              <a:t>X</a:t>
            </a:r>
          </a:p>
        </p:txBody>
      </p:sp>
      <p:sp>
        <p:nvSpPr>
          <p:cNvPr id="26" name="Rechteck 25">
            <a:extLst>
              <a:ext uri="{FF2B5EF4-FFF2-40B4-BE49-F238E27FC236}">
                <a16:creationId xmlns:a16="http://schemas.microsoft.com/office/drawing/2014/main" id="{316B4CCF-FFAD-32C1-0096-8C0B68364622}"/>
              </a:ext>
            </a:extLst>
          </p:cNvPr>
          <p:cNvSpPr/>
          <p:nvPr/>
        </p:nvSpPr>
        <p:spPr>
          <a:xfrm>
            <a:off x="4132917" y="1221829"/>
            <a:ext cx="1779152" cy="327134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CH" dirty="0">
                <a:solidFill>
                  <a:schemeClr val="tx1"/>
                </a:solidFill>
              </a:rPr>
              <a:t>Sprungfunktion</a:t>
            </a:r>
          </a:p>
        </p:txBody>
      </p:sp>
      <p:sp>
        <p:nvSpPr>
          <p:cNvPr id="27" name="Textfeld 26">
            <a:extLst>
              <a:ext uri="{FF2B5EF4-FFF2-40B4-BE49-F238E27FC236}">
                <a16:creationId xmlns:a16="http://schemas.microsoft.com/office/drawing/2014/main" id="{152CED27-7A7D-F583-E722-45ACBAC61171}"/>
              </a:ext>
            </a:extLst>
          </p:cNvPr>
          <p:cNvSpPr txBox="1"/>
          <p:nvPr/>
        </p:nvSpPr>
        <p:spPr>
          <a:xfrm rot="16200000">
            <a:off x="5656954" y="1214256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&lt;</a:t>
            </a:r>
            <a:endParaRPr lang="de-CH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feld 28">
                <a:extLst>
                  <a:ext uri="{FF2B5EF4-FFF2-40B4-BE49-F238E27FC236}">
                    <a16:creationId xmlns:a16="http://schemas.microsoft.com/office/drawing/2014/main" id="{A409650B-7A41-E1F9-CAE9-6DBA052DDE4B}"/>
                  </a:ext>
                </a:extLst>
              </p:cNvPr>
              <p:cNvSpPr txBox="1"/>
              <p:nvPr/>
            </p:nvSpPr>
            <p:spPr>
              <a:xfrm>
                <a:off x="8069033" y="1225771"/>
                <a:ext cx="1087821" cy="369332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de-CH" dirty="0"/>
              </a:p>
            </p:txBody>
          </p:sp>
        </mc:Choice>
        <mc:Fallback xmlns="">
          <p:sp>
            <p:nvSpPr>
              <p:cNvPr id="29" name="Textfeld 28">
                <a:extLst>
                  <a:ext uri="{FF2B5EF4-FFF2-40B4-BE49-F238E27FC236}">
                    <a16:creationId xmlns:a16="http://schemas.microsoft.com/office/drawing/2014/main" id="{A409650B-7A41-E1F9-CAE9-6DBA052DDE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69033" y="1225771"/>
                <a:ext cx="1087821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de-CH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feld 29">
                <a:extLst>
                  <a:ext uri="{FF2B5EF4-FFF2-40B4-BE49-F238E27FC236}">
                    <a16:creationId xmlns:a16="http://schemas.microsoft.com/office/drawing/2014/main" id="{C4EDAFDD-C488-B709-9B13-45D8BF622DEF}"/>
                  </a:ext>
                </a:extLst>
              </p:cNvPr>
              <p:cNvSpPr txBox="1"/>
              <p:nvPr/>
            </p:nvSpPr>
            <p:spPr>
              <a:xfrm>
                <a:off x="7669928" y="1210006"/>
                <a:ext cx="38106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de-DE" i="1" dirty="0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de-DE" dirty="0"/>
                  <a:t>:</a:t>
                </a:r>
                <a:endParaRPr lang="de-CH" dirty="0"/>
              </a:p>
            </p:txBody>
          </p:sp>
        </mc:Choice>
        <mc:Fallback xmlns="">
          <p:sp>
            <p:nvSpPr>
              <p:cNvPr id="30" name="Textfeld 29">
                <a:extLst>
                  <a:ext uri="{FF2B5EF4-FFF2-40B4-BE49-F238E27FC236}">
                    <a16:creationId xmlns:a16="http://schemas.microsoft.com/office/drawing/2014/main" id="{C4EDAFDD-C488-B709-9B13-45D8BF622D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69928" y="1210006"/>
                <a:ext cx="381066" cy="369332"/>
              </a:xfrm>
              <a:prstGeom prst="rect">
                <a:avLst/>
              </a:prstGeom>
              <a:blipFill>
                <a:blip r:embed="rId10"/>
                <a:stretch>
                  <a:fillRect t="-8197" r="-12698" b="-24590"/>
                </a:stretch>
              </a:blipFill>
            </p:spPr>
            <p:txBody>
              <a:bodyPr/>
              <a:lstStyle/>
              <a:p>
                <a:r>
                  <a:rPr lang="de-CH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feld 30">
                <a:extLst>
                  <a:ext uri="{FF2B5EF4-FFF2-40B4-BE49-F238E27FC236}">
                    <a16:creationId xmlns:a16="http://schemas.microsoft.com/office/drawing/2014/main" id="{50381388-DBFF-596D-B7CA-231B81F1DC67}"/>
                  </a:ext>
                </a:extLst>
              </p:cNvPr>
              <p:cNvSpPr txBox="1"/>
              <p:nvPr/>
            </p:nvSpPr>
            <p:spPr>
              <a:xfrm>
                <a:off x="8069033" y="1678335"/>
                <a:ext cx="1087821" cy="369332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de-CH" dirty="0"/>
              </a:p>
            </p:txBody>
          </p:sp>
        </mc:Choice>
        <mc:Fallback xmlns="">
          <p:sp>
            <p:nvSpPr>
              <p:cNvPr id="31" name="Textfeld 30">
                <a:extLst>
                  <a:ext uri="{FF2B5EF4-FFF2-40B4-BE49-F238E27FC236}">
                    <a16:creationId xmlns:a16="http://schemas.microsoft.com/office/drawing/2014/main" id="{50381388-DBFF-596D-B7CA-231B81F1DC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69033" y="1678335"/>
                <a:ext cx="1087821" cy="36933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de-CH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feld 31">
                <a:extLst>
                  <a:ext uri="{FF2B5EF4-FFF2-40B4-BE49-F238E27FC236}">
                    <a16:creationId xmlns:a16="http://schemas.microsoft.com/office/drawing/2014/main" id="{DA6C7159-80A9-D7C8-44DC-986A83A998E6}"/>
                  </a:ext>
                </a:extLst>
              </p:cNvPr>
              <p:cNvSpPr txBox="1"/>
              <p:nvPr/>
            </p:nvSpPr>
            <p:spPr>
              <a:xfrm>
                <a:off x="7669928" y="1662570"/>
                <a:ext cx="44249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de-DE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de-DE" dirty="0"/>
                  <a:t>:</a:t>
                </a:r>
                <a:endParaRPr lang="de-CH" dirty="0"/>
              </a:p>
            </p:txBody>
          </p:sp>
        </mc:Choice>
        <mc:Fallback xmlns="">
          <p:sp>
            <p:nvSpPr>
              <p:cNvPr id="32" name="Textfeld 31">
                <a:extLst>
                  <a:ext uri="{FF2B5EF4-FFF2-40B4-BE49-F238E27FC236}">
                    <a16:creationId xmlns:a16="http://schemas.microsoft.com/office/drawing/2014/main" id="{DA6C7159-80A9-D7C8-44DC-986A83A998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69928" y="1662570"/>
                <a:ext cx="442493" cy="369332"/>
              </a:xfrm>
              <a:prstGeom prst="rect">
                <a:avLst/>
              </a:prstGeom>
              <a:blipFill>
                <a:blip r:embed="rId12"/>
                <a:stretch>
                  <a:fillRect t="-10000" r="-10959" b="-26667"/>
                </a:stretch>
              </a:blipFill>
            </p:spPr>
            <p:txBody>
              <a:bodyPr/>
              <a:lstStyle/>
              <a:p>
                <a:r>
                  <a:rPr lang="de-CH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feld 32">
                <a:extLst>
                  <a:ext uri="{FF2B5EF4-FFF2-40B4-BE49-F238E27FC236}">
                    <a16:creationId xmlns:a16="http://schemas.microsoft.com/office/drawing/2014/main" id="{B13F4362-BD97-D4E2-6017-08447D90B26F}"/>
                  </a:ext>
                </a:extLst>
              </p:cNvPr>
              <p:cNvSpPr txBox="1"/>
              <p:nvPr/>
            </p:nvSpPr>
            <p:spPr>
              <a:xfrm>
                <a:off x="5912069" y="2364246"/>
                <a:ext cx="1087821" cy="369332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de-CH" dirty="0"/>
              </a:p>
            </p:txBody>
          </p:sp>
        </mc:Choice>
        <mc:Fallback xmlns="">
          <p:sp>
            <p:nvSpPr>
              <p:cNvPr id="33" name="Textfeld 32">
                <a:extLst>
                  <a:ext uri="{FF2B5EF4-FFF2-40B4-BE49-F238E27FC236}">
                    <a16:creationId xmlns:a16="http://schemas.microsoft.com/office/drawing/2014/main" id="{B13F4362-BD97-D4E2-6017-08447D90B2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12069" y="2364246"/>
                <a:ext cx="1087821" cy="369332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de-CH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feld 33">
                <a:extLst>
                  <a:ext uri="{FF2B5EF4-FFF2-40B4-BE49-F238E27FC236}">
                    <a16:creationId xmlns:a16="http://schemas.microsoft.com/office/drawing/2014/main" id="{E92291FC-3C2D-EE3F-24F2-B9A19FA998B1}"/>
                  </a:ext>
                </a:extLst>
              </p:cNvPr>
              <p:cNvSpPr txBox="1"/>
              <p:nvPr/>
            </p:nvSpPr>
            <p:spPr>
              <a:xfrm>
                <a:off x="5512964" y="2348481"/>
                <a:ext cx="43717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de-DE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de-DE" dirty="0"/>
                  <a:t>:</a:t>
                </a:r>
                <a:endParaRPr lang="de-CH" dirty="0"/>
              </a:p>
            </p:txBody>
          </p:sp>
        </mc:Choice>
        <mc:Fallback xmlns="">
          <p:sp>
            <p:nvSpPr>
              <p:cNvPr id="34" name="Textfeld 33">
                <a:extLst>
                  <a:ext uri="{FF2B5EF4-FFF2-40B4-BE49-F238E27FC236}">
                    <a16:creationId xmlns:a16="http://schemas.microsoft.com/office/drawing/2014/main" id="{E92291FC-3C2D-EE3F-24F2-B9A19FA998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12964" y="2348481"/>
                <a:ext cx="437171" cy="369332"/>
              </a:xfrm>
              <a:prstGeom prst="rect">
                <a:avLst/>
              </a:prstGeom>
              <a:blipFill>
                <a:blip r:embed="rId14"/>
                <a:stretch>
                  <a:fillRect t="-8197" r="-11111" b="-24590"/>
                </a:stretch>
              </a:blipFill>
            </p:spPr>
            <p:txBody>
              <a:bodyPr/>
              <a:lstStyle/>
              <a:p>
                <a:r>
                  <a:rPr lang="de-CH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feld 34">
                <a:extLst>
                  <a:ext uri="{FF2B5EF4-FFF2-40B4-BE49-F238E27FC236}">
                    <a16:creationId xmlns:a16="http://schemas.microsoft.com/office/drawing/2014/main" id="{9B343FA8-7B22-400F-D7FF-B29F149DED7E}"/>
                  </a:ext>
                </a:extLst>
              </p:cNvPr>
              <p:cNvSpPr txBox="1"/>
              <p:nvPr/>
            </p:nvSpPr>
            <p:spPr>
              <a:xfrm>
                <a:off x="7669928" y="2350774"/>
                <a:ext cx="1087821" cy="369332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5</m:t>
                      </m:r>
                    </m:oMath>
                  </m:oMathPara>
                </a14:m>
                <a:endParaRPr lang="de-CH" dirty="0"/>
              </a:p>
            </p:txBody>
          </p:sp>
        </mc:Choice>
        <mc:Fallback xmlns="">
          <p:sp>
            <p:nvSpPr>
              <p:cNvPr id="35" name="Textfeld 34">
                <a:extLst>
                  <a:ext uri="{FF2B5EF4-FFF2-40B4-BE49-F238E27FC236}">
                    <a16:creationId xmlns:a16="http://schemas.microsoft.com/office/drawing/2014/main" id="{9B343FA8-7B22-400F-D7FF-B29F149DED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69928" y="2350774"/>
                <a:ext cx="1087821" cy="369332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de-CH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feld 35">
                <a:extLst>
                  <a:ext uri="{FF2B5EF4-FFF2-40B4-BE49-F238E27FC236}">
                    <a16:creationId xmlns:a16="http://schemas.microsoft.com/office/drawing/2014/main" id="{1EDD8EBF-11DC-CEA5-64B6-520A99471D8A}"/>
                  </a:ext>
                </a:extLst>
              </p:cNvPr>
              <p:cNvSpPr txBox="1"/>
              <p:nvPr/>
            </p:nvSpPr>
            <p:spPr>
              <a:xfrm>
                <a:off x="7270823" y="2335009"/>
                <a:ext cx="44249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de-DE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de-DE" dirty="0"/>
                  <a:t>:</a:t>
                </a:r>
                <a:endParaRPr lang="de-CH" dirty="0"/>
              </a:p>
            </p:txBody>
          </p:sp>
        </mc:Choice>
        <mc:Fallback xmlns="">
          <p:sp>
            <p:nvSpPr>
              <p:cNvPr id="36" name="Textfeld 35">
                <a:extLst>
                  <a:ext uri="{FF2B5EF4-FFF2-40B4-BE49-F238E27FC236}">
                    <a16:creationId xmlns:a16="http://schemas.microsoft.com/office/drawing/2014/main" id="{1EDD8EBF-11DC-CEA5-64B6-520A99471D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70823" y="2335009"/>
                <a:ext cx="442493" cy="369332"/>
              </a:xfrm>
              <a:prstGeom prst="rect">
                <a:avLst/>
              </a:prstGeom>
              <a:blipFill>
                <a:blip r:embed="rId16"/>
                <a:stretch>
                  <a:fillRect t="-8197" r="-11111" b="-24590"/>
                </a:stretch>
              </a:blipFill>
            </p:spPr>
            <p:txBody>
              <a:bodyPr/>
              <a:lstStyle/>
              <a:p>
                <a:r>
                  <a:rPr lang="de-CH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feld 1">
                <a:extLst>
                  <a:ext uri="{FF2B5EF4-FFF2-40B4-BE49-F238E27FC236}">
                    <a16:creationId xmlns:a16="http://schemas.microsoft.com/office/drawing/2014/main" id="{D2FB8B65-B4F8-630B-0C37-5E51159DFA59}"/>
                  </a:ext>
                </a:extLst>
              </p:cNvPr>
              <p:cNvSpPr txBox="1"/>
              <p:nvPr/>
            </p:nvSpPr>
            <p:spPr>
              <a:xfrm>
                <a:off x="4132917" y="1819803"/>
                <a:ext cx="209583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𝑛</m:t>
                      </m:r>
                      <m:d>
                        <m:d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=1⋅</m:t>
                      </m:r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𝜎</m:t>
                      </m:r>
                      <m:d>
                        <m:d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</m:oMath>
                  </m:oMathPara>
                </a14:m>
                <a:endParaRPr lang="de-CH" dirty="0"/>
              </a:p>
            </p:txBody>
          </p:sp>
        </mc:Choice>
        <mc:Fallback xmlns="">
          <p:sp>
            <p:nvSpPr>
              <p:cNvPr id="2" name="Textfeld 1">
                <a:extLst>
                  <a:ext uri="{FF2B5EF4-FFF2-40B4-BE49-F238E27FC236}">
                    <a16:creationId xmlns:a16="http://schemas.microsoft.com/office/drawing/2014/main" id="{D2FB8B65-B4F8-630B-0C37-5E51159DFA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32917" y="1819803"/>
                <a:ext cx="2095830" cy="369332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CH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Ellipse 9">
            <a:hlinkClick r:id="rId3" action="ppaction://hlinksldjump"/>
            <a:extLst>
              <a:ext uri="{FF2B5EF4-FFF2-40B4-BE49-F238E27FC236}">
                <a16:creationId xmlns:a16="http://schemas.microsoft.com/office/drawing/2014/main" id="{7E171487-7530-E862-B407-15BA0D34FE52}"/>
              </a:ext>
            </a:extLst>
          </p:cNvPr>
          <p:cNvSpPr/>
          <p:nvPr/>
        </p:nvSpPr>
        <p:spPr>
          <a:xfrm>
            <a:off x="10431555" y="5933982"/>
            <a:ext cx="550015" cy="405636"/>
          </a:xfrm>
          <a:prstGeom prst="ellipse">
            <a:avLst/>
          </a:prstGeom>
          <a:solidFill>
            <a:srgbClr val="4472C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&gt;</a:t>
            </a:r>
            <a:endParaRPr lang="de-CH" dirty="0"/>
          </a:p>
        </p:txBody>
      </p:sp>
      <p:sp>
        <p:nvSpPr>
          <p:cNvPr id="12" name="Ellipse 11">
            <a:hlinkClick r:id="rId2" action="ppaction://hlinksldjump"/>
            <a:extLst>
              <a:ext uri="{FF2B5EF4-FFF2-40B4-BE49-F238E27FC236}">
                <a16:creationId xmlns:a16="http://schemas.microsoft.com/office/drawing/2014/main" id="{6AA2DCCF-B2C9-0D5C-BE6B-D49E06A4A267}"/>
              </a:ext>
            </a:extLst>
          </p:cNvPr>
          <p:cNvSpPr/>
          <p:nvPr/>
        </p:nvSpPr>
        <p:spPr>
          <a:xfrm>
            <a:off x="2976671" y="5933982"/>
            <a:ext cx="550015" cy="405636"/>
          </a:xfrm>
          <a:prstGeom prst="ellipse">
            <a:avLst/>
          </a:prstGeom>
          <a:solidFill>
            <a:srgbClr val="4472C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&lt;</a:t>
            </a:r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27605273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2F5DB0-6618-4CFD-C6B6-E713045EA6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>
            <a:extLst>
              <a:ext uri="{FF2B5EF4-FFF2-40B4-BE49-F238E27FC236}">
                <a16:creationId xmlns:a16="http://schemas.microsoft.com/office/drawing/2014/main" id="{477F2FA4-9839-E30D-6079-E444F7E1C6AA}"/>
              </a:ext>
            </a:extLst>
          </p:cNvPr>
          <p:cNvSpPr/>
          <p:nvPr/>
        </p:nvSpPr>
        <p:spPr>
          <a:xfrm>
            <a:off x="786962" y="248307"/>
            <a:ext cx="10618076" cy="6361386"/>
          </a:xfrm>
          <a:prstGeom prst="rect">
            <a:avLst/>
          </a:prstGeom>
          <a:noFill/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12CFA0A3-94FF-5FAC-2E68-03E86F9ABD7B}"/>
              </a:ext>
            </a:extLst>
          </p:cNvPr>
          <p:cNvSpPr/>
          <p:nvPr/>
        </p:nvSpPr>
        <p:spPr>
          <a:xfrm>
            <a:off x="786962" y="248307"/>
            <a:ext cx="1908941" cy="636138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6" name="Rechteck: abgerundete Ecken 5">
            <a:hlinkClick r:id="rId2" action="ppaction://hlinksldjump"/>
            <a:extLst>
              <a:ext uri="{FF2B5EF4-FFF2-40B4-BE49-F238E27FC236}">
                <a16:creationId xmlns:a16="http://schemas.microsoft.com/office/drawing/2014/main" id="{2BFA2A13-3D53-FFA9-BFBC-D014C99722FA}"/>
              </a:ext>
            </a:extLst>
          </p:cNvPr>
          <p:cNvSpPr/>
          <p:nvPr/>
        </p:nvSpPr>
        <p:spPr>
          <a:xfrm>
            <a:off x="786962" y="945931"/>
            <a:ext cx="1908941" cy="536028"/>
          </a:xfrm>
          <a:prstGeom prst="roundRect">
            <a:avLst/>
          </a:prstGeom>
          <a:solidFill>
            <a:srgbClr val="B4C7E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Regelstrecke</a:t>
            </a:r>
            <a:endParaRPr lang="de-CH" dirty="0"/>
          </a:p>
        </p:txBody>
      </p:sp>
      <p:sp>
        <p:nvSpPr>
          <p:cNvPr id="7" name="Rechteck: abgerundete Ecken 6">
            <a:hlinkClick r:id="rId3" action="ppaction://hlinksldjump"/>
            <a:extLst>
              <a:ext uri="{FF2B5EF4-FFF2-40B4-BE49-F238E27FC236}">
                <a16:creationId xmlns:a16="http://schemas.microsoft.com/office/drawing/2014/main" id="{CC4FB174-695B-304B-80AA-71FEFEF845BD}"/>
              </a:ext>
            </a:extLst>
          </p:cNvPr>
          <p:cNvSpPr/>
          <p:nvPr/>
        </p:nvSpPr>
        <p:spPr>
          <a:xfrm>
            <a:off x="786962" y="1481959"/>
            <a:ext cx="1908941" cy="536028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Anregung</a:t>
            </a:r>
            <a:endParaRPr lang="de-CH" dirty="0"/>
          </a:p>
        </p:txBody>
      </p:sp>
      <p:sp>
        <p:nvSpPr>
          <p:cNvPr id="8" name="Rechteck: abgerundete Ecken 7">
            <a:extLst>
              <a:ext uri="{FF2B5EF4-FFF2-40B4-BE49-F238E27FC236}">
                <a16:creationId xmlns:a16="http://schemas.microsoft.com/office/drawing/2014/main" id="{3E36F5DD-A10A-1A2C-C2AF-AC87A8144FFA}"/>
              </a:ext>
            </a:extLst>
          </p:cNvPr>
          <p:cNvSpPr/>
          <p:nvPr/>
        </p:nvSpPr>
        <p:spPr>
          <a:xfrm>
            <a:off x="786962" y="2017987"/>
            <a:ext cx="1908941" cy="536028"/>
          </a:xfrm>
          <a:prstGeom prst="roundRect">
            <a:avLst/>
          </a:prstGeom>
          <a:solidFill>
            <a:srgbClr val="4472C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PSO</a:t>
            </a:r>
            <a:endParaRPr lang="de-CH" dirty="0"/>
          </a:p>
        </p:txBody>
      </p:sp>
      <p:sp>
        <p:nvSpPr>
          <p:cNvPr id="9" name="Rechteck: abgerundete Ecken 8">
            <a:hlinkClick r:id="rId4" action="ppaction://hlinksldjump"/>
            <a:extLst>
              <a:ext uri="{FF2B5EF4-FFF2-40B4-BE49-F238E27FC236}">
                <a16:creationId xmlns:a16="http://schemas.microsoft.com/office/drawing/2014/main" id="{39B41FD5-59B9-4205-41E8-B1E418A3CF69}"/>
              </a:ext>
            </a:extLst>
          </p:cNvPr>
          <p:cNvSpPr/>
          <p:nvPr/>
        </p:nvSpPr>
        <p:spPr>
          <a:xfrm>
            <a:off x="786961" y="2554015"/>
            <a:ext cx="1908941" cy="536028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Auswertung</a:t>
            </a:r>
            <a:endParaRPr lang="de-CH" dirty="0"/>
          </a:p>
        </p:txBody>
      </p:sp>
      <p:pic>
        <p:nvPicPr>
          <p:cNvPr id="1028" name="Picture 4" descr="Png File - Settings Icon, Transparent Png - 980x982(#857091) - PngFind">
            <a:hlinkClick r:id="rId5" action="ppaction://hlinksldjump"/>
            <a:extLst>
              <a:ext uri="{FF2B5EF4-FFF2-40B4-BE49-F238E27FC236}">
                <a16:creationId xmlns:a16="http://schemas.microsoft.com/office/drawing/2014/main" id="{D365FB18-EB19-E936-09F1-0026672E18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0" b="100000" l="0" r="100000">
                        <a14:foregroundMark x1="46119" y1="31304" x2="46119" y2="3130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1248" y="6081392"/>
            <a:ext cx="435172" cy="4570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hteck: abgerundete Ecken 1">
            <a:extLst>
              <a:ext uri="{FF2B5EF4-FFF2-40B4-BE49-F238E27FC236}">
                <a16:creationId xmlns:a16="http://schemas.microsoft.com/office/drawing/2014/main" id="{1590B8EA-77EF-7D37-FB7E-69ADD228A554}"/>
              </a:ext>
            </a:extLst>
          </p:cNvPr>
          <p:cNvSpPr/>
          <p:nvPr/>
        </p:nvSpPr>
        <p:spPr>
          <a:xfrm>
            <a:off x="4518794" y="5960417"/>
            <a:ext cx="1908941" cy="536028"/>
          </a:xfrm>
          <a:prstGeom prst="roundRect">
            <a:avLst/>
          </a:prstGeom>
          <a:solidFill>
            <a:srgbClr val="4472C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Start</a:t>
            </a:r>
            <a:endParaRPr lang="de-CH" dirty="0"/>
          </a:p>
        </p:txBody>
      </p:sp>
      <p:sp>
        <p:nvSpPr>
          <p:cNvPr id="3" name="Rechteck: abgerundete Ecken 2">
            <a:extLst>
              <a:ext uri="{FF2B5EF4-FFF2-40B4-BE49-F238E27FC236}">
                <a16:creationId xmlns:a16="http://schemas.microsoft.com/office/drawing/2014/main" id="{86535EA7-1B65-6493-A21A-A62471F55475}"/>
              </a:ext>
            </a:extLst>
          </p:cNvPr>
          <p:cNvSpPr/>
          <p:nvPr/>
        </p:nvSpPr>
        <p:spPr>
          <a:xfrm>
            <a:off x="7673207" y="5960417"/>
            <a:ext cx="1908941" cy="536028"/>
          </a:xfrm>
          <a:prstGeom prst="roundRect">
            <a:avLst/>
          </a:prstGeom>
          <a:solidFill>
            <a:srgbClr val="4472C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Stopp</a:t>
            </a:r>
            <a:endParaRPr lang="de-CH" dirty="0"/>
          </a:p>
        </p:txBody>
      </p:sp>
      <p:sp>
        <p:nvSpPr>
          <p:cNvPr id="11" name="Rechteck: abgerundete Ecken 10">
            <a:extLst>
              <a:ext uri="{FF2B5EF4-FFF2-40B4-BE49-F238E27FC236}">
                <a16:creationId xmlns:a16="http://schemas.microsoft.com/office/drawing/2014/main" id="{3664CC95-1BD6-0F19-6BFB-92360FC733B3}"/>
              </a:ext>
            </a:extLst>
          </p:cNvPr>
          <p:cNvSpPr/>
          <p:nvPr/>
        </p:nvSpPr>
        <p:spPr>
          <a:xfrm>
            <a:off x="3678358" y="5657455"/>
            <a:ext cx="6550572" cy="14189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16" name="Rechteck: abgerundete Ecken 15">
            <a:extLst>
              <a:ext uri="{FF2B5EF4-FFF2-40B4-BE49-F238E27FC236}">
                <a16:creationId xmlns:a16="http://schemas.microsoft.com/office/drawing/2014/main" id="{DCFDE516-C5E5-FA39-4597-E479DBF4E6DF}"/>
              </a:ext>
            </a:extLst>
          </p:cNvPr>
          <p:cNvSpPr/>
          <p:nvPr/>
        </p:nvSpPr>
        <p:spPr>
          <a:xfrm>
            <a:off x="3678358" y="5657455"/>
            <a:ext cx="1686122" cy="141890"/>
          </a:xfrm>
          <a:prstGeom prst="roundRect">
            <a:avLst>
              <a:gd name="adj" fmla="val 50000"/>
            </a:avLst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17" name="Textfeld 16">
            <a:extLst>
              <a:ext uri="{FF2B5EF4-FFF2-40B4-BE49-F238E27FC236}">
                <a16:creationId xmlns:a16="http://schemas.microsoft.com/office/drawing/2014/main" id="{222DE26B-45FA-76C1-DAB8-CCB567958361}"/>
              </a:ext>
            </a:extLst>
          </p:cNvPr>
          <p:cNvSpPr txBox="1"/>
          <p:nvPr/>
        </p:nvSpPr>
        <p:spPr>
          <a:xfrm>
            <a:off x="4513926" y="1351842"/>
            <a:ext cx="17011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Führungssprung</a:t>
            </a:r>
            <a:endParaRPr lang="de-CH" dirty="0"/>
          </a:p>
        </p:txBody>
      </p:sp>
      <p:sp>
        <p:nvSpPr>
          <p:cNvPr id="18" name="Rechteck 17">
            <a:extLst>
              <a:ext uri="{FF2B5EF4-FFF2-40B4-BE49-F238E27FC236}">
                <a16:creationId xmlns:a16="http://schemas.microsoft.com/office/drawing/2014/main" id="{CD7DC17E-6374-8235-04D3-2A3B10E3898E}"/>
              </a:ext>
            </a:extLst>
          </p:cNvPr>
          <p:cNvSpPr/>
          <p:nvPr/>
        </p:nvSpPr>
        <p:spPr>
          <a:xfrm>
            <a:off x="4222264" y="1390677"/>
            <a:ext cx="291662" cy="291662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dirty="0">
                <a:solidFill>
                  <a:schemeClr val="tx1"/>
                </a:solidFill>
              </a:rPr>
              <a:t>X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feld 18">
                <a:extLst>
                  <a:ext uri="{FF2B5EF4-FFF2-40B4-BE49-F238E27FC236}">
                    <a16:creationId xmlns:a16="http://schemas.microsoft.com/office/drawing/2014/main" id="{6077D08A-D4B9-23FA-6ABA-0DA1278338FF}"/>
                  </a:ext>
                </a:extLst>
              </p:cNvPr>
              <p:cNvSpPr txBox="1"/>
              <p:nvPr/>
            </p:nvSpPr>
            <p:spPr>
              <a:xfrm>
                <a:off x="6242602" y="1351842"/>
                <a:ext cx="209583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𝑢</m:t>
                      </m:r>
                      <m:d>
                        <m:dPr>
                          <m:ctrlPr>
                            <a:rPr lang="de-DE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DE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de-DE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=1⋅</m:t>
                      </m:r>
                      <m:r>
                        <a:rPr lang="de-DE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𝜎</m:t>
                      </m:r>
                      <m:d>
                        <m:dPr>
                          <m:ctrlPr>
                            <a:rPr lang="de-DE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DE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de-DE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</m:oMath>
                  </m:oMathPara>
                </a14:m>
                <a:endParaRPr lang="de-CH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9" name="Textfeld 18">
                <a:extLst>
                  <a:ext uri="{FF2B5EF4-FFF2-40B4-BE49-F238E27FC236}">
                    <a16:creationId xmlns:a16="http://schemas.microsoft.com/office/drawing/2014/main" id="{6077D08A-D4B9-23FA-6ABA-0DA1278338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42602" y="1351842"/>
                <a:ext cx="2095830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CH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Textfeld 19">
            <a:extLst>
              <a:ext uri="{FF2B5EF4-FFF2-40B4-BE49-F238E27FC236}">
                <a16:creationId xmlns:a16="http://schemas.microsoft.com/office/drawing/2014/main" id="{606FD58A-FE1E-4CA4-0BD5-9B967D2EF86E}"/>
              </a:ext>
            </a:extLst>
          </p:cNvPr>
          <p:cNvSpPr txBox="1"/>
          <p:nvPr/>
        </p:nvSpPr>
        <p:spPr>
          <a:xfrm>
            <a:off x="4222264" y="1042735"/>
            <a:ext cx="10937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Anregung</a:t>
            </a:r>
            <a:endParaRPr lang="de-CH" dirty="0"/>
          </a:p>
        </p:txBody>
      </p:sp>
      <p:sp>
        <p:nvSpPr>
          <p:cNvPr id="21" name="Textfeld 20">
            <a:extLst>
              <a:ext uri="{FF2B5EF4-FFF2-40B4-BE49-F238E27FC236}">
                <a16:creationId xmlns:a16="http://schemas.microsoft.com/office/drawing/2014/main" id="{98BC8BD6-B0C2-5446-3711-A8E8DB40A0C2}"/>
              </a:ext>
            </a:extLst>
          </p:cNvPr>
          <p:cNvSpPr txBox="1"/>
          <p:nvPr/>
        </p:nvSpPr>
        <p:spPr>
          <a:xfrm>
            <a:off x="4513926" y="1774226"/>
            <a:ext cx="11662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 err="1"/>
              <a:t>Störgrösse</a:t>
            </a:r>
            <a:endParaRPr lang="de-CH" dirty="0"/>
          </a:p>
        </p:txBody>
      </p:sp>
      <p:sp>
        <p:nvSpPr>
          <p:cNvPr id="22" name="Rechteck 21">
            <a:extLst>
              <a:ext uri="{FF2B5EF4-FFF2-40B4-BE49-F238E27FC236}">
                <a16:creationId xmlns:a16="http://schemas.microsoft.com/office/drawing/2014/main" id="{0DB6AF64-65B0-1EB0-5D2B-529A91BBBE45}"/>
              </a:ext>
            </a:extLst>
          </p:cNvPr>
          <p:cNvSpPr/>
          <p:nvPr/>
        </p:nvSpPr>
        <p:spPr>
          <a:xfrm>
            <a:off x="4222264" y="1813061"/>
            <a:ext cx="291662" cy="291662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dirty="0">
                <a:solidFill>
                  <a:schemeClr val="tx1"/>
                </a:solidFill>
              </a:rPr>
              <a:t>X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feld 22">
                <a:extLst>
                  <a:ext uri="{FF2B5EF4-FFF2-40B4-BE49-F238E27FC236}">
                    <a16:creationId xmlns:a16="http://schemas.microsoft.com/office/drawing/2014/main" id="{587EAE79-791A-8415-A4B0-21599008ED7B}"/>
                  </a:ext>
                </a:extLst>
              </p:cNvPr>
              <p:cNvSpPr txBox="1"/>
              <p:nvPr/>
            </p:nvSpPr>
            <p:spPr>
              <a:xfrm>
                <a:off x="6242602" y="1774226"/>
                <a:ext cx="209583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𝑙</m:t>
                      </m:r>
                      <m:d>
                        <m:dPr>
                          <m:ctrlPr>
                            <a:rPr lang="de-DE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DE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de-DE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=1⋅</m:t>
                      </m:r>
                      <m:r>
                        <a:rPr lang="de-DE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𝜎</m:t>
                      </m:r>
                      <m:d>
                        <m:dPr>
                          <m:ctrlPr>
                            <a:rPr lang="de-DE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DE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de-DE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</m:oMath>
                  </m:oMathPara>
                </a14:m>
                <a:endParaRPr lang="de-CH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3" name="Textfeld 22">
                <a:extLst>
                  <a:ext uri="{FF2B5EF4-FFF2-40B4-BE49-F238E27FC236}">
                    <a16:creationId xmlns:a16="http://schemas.microsoft.com/office/drawing/2014/main" id="{587EAE79-791A-8415-A4B0-21599008ED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42602" y="1774226"/>
                <a:ext cx="2095830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CH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Textfeld 23">
            <a:extLst>
              <a:ext uri="{FF2B5EF4-FFF2-40B4-BE49-F238E27FC236}">
                <a16:creationId xmlns:a16="http://schemas.microsoft.com/office/drawing/2014/main" id="{C6A14351-3106-02DA-D9F8-F74A04E17225}"/>
              </a:ext>
            </a:extLst>
          </p:cNvPr>
          <p:cNvSpPr txBox="1"/>
          <p:nvPr/>
        </p:nvSpPr>
        <p:spPr>
          <a:xfrm>
            <a:off x="4513926" y="2157775"/>
            <a:ext cx="17011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 err="1"/>
              <a:t>Messstörgrösse</a:t>
            </a:r>
            <a:endParaRPr lang="de-CH" dirty="0"/>
          </a:p>
        </p:txBody>
      </p:sp>
      <p:sp>
        <p:nvSpPr>
          <p:cNvPr id="25" name="Rechteck 24">
            <a:extLst>
              <a:ext uri="{FF2B5EF4-FFF2-40B4-BE49-F238E27FC236}">
                <a16:creationId xmlns:a16="http://schemas.microsoft.com/office/drawing/2014/main" id="{A41F1489-6A50-215A-E18D-9982215DE052}"/>
              </a:ext>
            </a:extLst>
          </p:cNvPr>
          <p:cNvSpPr/>
          <p:nvPr/>
        </p:nvSpPr>
        <p:spPr>
          <a:xfrm>
            <a:off x="4222264" y="2196610"/>
            <a:ext cx="291662" cy="291662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dirty="0">
                <a:solidFill>
                  <a:schemeClr val="tx1"/>
                </a:solidFill>
              </a:rPr>
              <a:t>X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feld 25">
                <a:extLst>
                  <a:ext uri="{FF2B5EF4-FFF2-40B4-BE49-F238E27FC236}">
                    <a16:creationId xmlns:a16="http://schemas.microsoft.com/office/drawing/2014/main" id="{8DB6A68D-3070-CBBF-B9B6-4798F6369D62}"/>
                  </a:ext>
                </a:extLst>
              </p:cNvPr>
              <p:cNvSpPr txBox="1"/>
              <p:nvPr/>
            </p:nvSpPr>
            <p:spPr>
              <a:xfrm>
                <a:off x="6242602" y="2157775"/>
                <a:ext cx="209583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d>
                        <m:dPr>
                          <m:ctrlPr>
                            <a:rPr lang="de-DE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DE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de-DE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=1⋅</m:t>
                      </m:r>
                      <m:r>
                        <a:rPr lang="de-DE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𝜎</m:t>
                      </m:r>
                      <m:d>
                        <m:dPr>
                          <m:ctrlPr>
                            <a:rPr lang="de-DE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DE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de-DE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</m:oMath>
                  </m:oMathPara>
                </a14:m>
                <a:endParaRPr lang="de-CH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6" name="Textfeld 25">
                <a:extLst>
                  <a:ext uri="{FF2B5EF4-FFF2-40B4-BE49-F238E27FC236}">
                    <a16:creationId xmlns:a16="http://schemas.microsoft.com/office/drawing/2014/main" id="{8DB6A68D-3070-CBBF-B9B6-4798F6369D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42602" y="2157775"/>
                <a:ext cx="2095830" cy="36933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CH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feld 26">
                <a:extLst>
                  <a:ext uri="{FF2B5EF4-FFF2-40B4-BE49-F238E27FC236}">
                    <a16:creationId xmlns:a16="http://schemas.microsoft.com/office/drawing/2014/main" id="{4A8B0757-8EAF-EC7D-FCE3-AD39CF58AEAC}"/>
                  </a:ext>
                </a:extLst>
              </p:cNvPr>
              <p:cNvSpPr txBox="1"/>
              <p:nvPr/>
            </p:nvSpPr>
            <p:spPr>
              <a:xfrm>
                <a:off x="4788253" y="386701"/>
                <a:ext cx="2853560" cy="7120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𝐺</m:t>
                      </m:r>
                      <m:d>
                        <m:d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sSup>
                            <m:sSupPr>
                              <m:ctrlP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p>
                              <m: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sSup>
                            <m:sSupPr>
                              <m:ctrlP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p>
                              <m: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de-CH" dirty="0"/>
              </a:p>
            </p:txBody>
          </p:sp>
        </mc:Choice>
        <mc:Fallback xmlns="">
          <p:sp>
            <p:nvSpPr>
              <p:cNvPr id="27" name="Textfeld 26">
                <a:extLst>
                  <a:ext uri="{FF2B5EF4-FFF2-40B4-BE49-F238E27FC236}">
                    <a16:creationId xmlns:a16="http://schemas.microsoft.com/office/drawing/2014/main" id="{4A8B0757-8EAF-EC7D-FCE3-AD39CF58AE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88253" y="386701"/>
                <a:ext cx="2853560" cy="712054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CH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Textfeld 27">
            <a:extLst>
              <a:ext uri="{FF2B5EF4-FFF2-40B4-BE49-F238E27FC236}">
                <a16:creationId xmlns:a16="http://schemas.microsoft.com/office/drawing/2014/main" id="{12A0A500-84A3-0D32-64D4-5DFDD0A3677C}"/>
              </a:ext>
            </a:extLst>
          </p:cNvPr>
          <p:cNvSpPr txBox="1"/>
          <p:nvPr/>
        </p:nvSpPr>
        <p:spPr>
          <a:xfrm>
            <a:off x="4241372" y="2968098"/>
            <a:ext cx="13831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Anti-</a:t>
            </a:r>
            <a:r>
              <a:rPr lang="de-DE" dirty="0" err="1"/>
              <a:t>Windup</a:t>
            </a:r>
            <a:endParaRPr lang="de-CH" dirty="0"/>
          </a:p>
        </p:txBody>
      </p:sp>
      <p:sp>
        <p:nvSpPr>
          <p:cNvPr id="29" name="Rechteck 28">
            <a:extLst>
              <a:ext uri="{FF2B5EF4-FFF2-40B4-BE49-F238E27FC236}">
                <a16:creationId xmlns:a16="http://schemas.microsoft.com/office/drawing/2014/main" id="{26936116-7FD6-7E06-18B4-7944153DCDE0}"/>
              </a:ext>
            </a:extLst>
          </p:cNvPr>
          <p:cNvSpPr/>
          <p:nvPr/>
        </p:nvSpPr>
        <p:spPr>
          <a:xfrm>
            <a:off x="6096000" y="2999471"/>
            <a:ext cx="1779152" cy="327134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CH" dirty="0" err="1">
                <a:solidFill>
                  <a:schemeClr val="tx1"/>
                </a:solidFill>
              </a:rPr>
              <a:t>Clamping</a:t>
            </a:r>
            <a:endParaRPr lang="de-CH" dirty="0">
              <a:solidFill>
                <a:schemeClr val="tx1"/>
              </a:solidFill>
            </a:endParaRPr>
          </a:p>
        </p:txBody>
      </p:sp>
      <p:sp>
        <p:nvSpPr>
          <p:cNvPr id="30" name="Textfeld 29">
            <a:extLst>
              <a:ext uri="{FF2B5EF4-FFF2-40B4-BE49-F238E27FC236}">
                <a16:creationId xmlns:a16="http://schemas.microsoft.com/office/drawing/2014/main" id="{FBC51478-A03D-4376-A4DF-1BE3DD049480}"/>
              </a:ext>
            </a:extLst>
          </p:cNvPr>
          <p:cNvSpPr txBox="1"/>
          <p:nvPr/>
        </p:nvSpPr>
        <p:spPr>
          <a:xfrm rot="16200000">
            <a:off x="7620037" y="2991898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&lt;</a:t>
            </a:r>
            <a:endParaRPr lang="de-CH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feld 30">
                <a:extLst>
                  <a:ext uri="{FF2B5EF4-FFF2-40B4-BE49-F238E27FC236}">
                    <a16:creationId xmlns:a16="http://schemas.microsoft.com/office/drawing/2014/main" id="{19F141BE-EEF3-632F-8CC8-249B78AB502D}"/>
                  </a:ext>
                </a:extLst>
              </p:cNvPr>
              <p:cNvSpPr txBox="1"/>
              <p:nvPr/>
            </p:nvSpPr>
            <p:spPr>
              <a:xfrm>
                <a:off x="6382007" y="3901727"/>
                <a:ext cx="1087821" cy="369332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de-CH" dirty="0"/>
              </a:p>
            </p:txBody>
          </p:sp>
        </mc:Choice>
        <mc:Fallback xmlns="">
          <p:sp>
            <p:nvSpPr>
              <p:cNvPr id="31" name="Textfeld 30">
                <a:extLst>
                  <a:ext uri="{FF2B5EF4-FFF2-40B4-BE49-F238E27FC236}">
                    <a16:creationId xmlns:a16="http://schemas.microsoft.com/office/drawing/2014/main" id="{19F141BE-EEF3-632F-8CC8-249B78AB50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82007" y="3901727"/>
                <a:ext cx="1087821" cy="369332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de-CH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feld 31">
                <a:extLst>
                  <a:ext uri="{FF2B5EF4-FFF2-40B4-BE49-F238E27FC236}">
                    <a16:creationId xmlns:a16="http://schemas.microsoft.com/office/drawing/2014/main" id="{76401EC2-100D-2AFA-1E75-7EC404538060}"/>
                  </a:ext>
                </a:extLst>
              </p:cNvPr>
              <p:cNvSpPr txBox="1"/>
              <p:nvPr/>
            </p:nvSpPr>
            <p:spPr>
              <a:xfrm>
                <a:off x="5982902" y="3885962"/>
                <a:ext cx="43717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de-DE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de-DE" dirty="0"/>
                  <a:t>:</a:t>
                </a:r>
                <a:endParaRPr lang="de-CH" dirty="0"/>
              </a:p>
            </p:txBody>
          </p:sp>
        </mc:Choice>
        <mc:Fallback xmlns="">
          <p:sp>
            <p:nvSpPr>
              <p:cNvPr id="32" name="Textfeld 31">
                <a:extLst>
                  <a:ext uri="{FF2B5EF4-FFF2-40B4-BE49-F238E27FC236}">
                    <a16:creationId xmlns:a16="http://schemas.microsoft.com/office/drawing/2014/main" id="{76401EC2-100D-2AFA-1E75-7EC4045380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82902" y="3885962"/>
                <a:ext cx="437171" cy="369332"/>
              </a:xfrm>
              <a:prstGeom prst="rect">
                <a:avLst/>
              </a:prstGeom>
              <a:blipFill>
                <a:blip r:embed="rId13"/>
                <a:stretch>
                  <a:fillRect t="-8197" r="-11111" b="-24590"/>
                </a:stretch>
              </a:blipFill>
            </p:spPr>
            <p:txBody>
              <a:bodyPr/>
              <a:lstStyle/>
              <a:p>
                <a:r>
                  <a:rPr lang="de-CH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feld 32">
                <a:extLst>
                  <a:ext uri="{FF2B5EF4-FFF2-40B4-BE49-F238E27FC236}">
                    <a16:creationId xmlns:a16="http://schemas.microsoft.com/office/drawing/2014/main" id="{5862724D-E8A1-8B9B-133D-E383004BD3B5}"/>
                  </a:ext>
                </a:extLst>
              </p:cNvPr>
              <p:cNvSpPr txBox="1"/>
              <p:nvPr/>
            </p:nvSpPr>
            <p:spPr>
              <a:xfrm>
                <a:off x="8139866" y="3888255"/>
                <a:ext cx="1087821" cy="369332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10</m:t>
                      </m:r>
                    </m:oMath>
                  </m:oMathPara>
                </a14:m>
                <a:endParaRPr lang="de-CH" dirty="0"/>
              </a:p>
            </p:txBody>
          </p:sp>
        </mc:Choice>
        <mc:Fallback xmlns="">
          <p:sp>
            <p:nvSpPr>
              <p:cNvPr id="33" name="Textfeld 32">
                <a:extLst>
                  <a:ext uri="{FF2B5EF4-FFF2-40B4-BE49-F238E27FC236}">
                    <a16:creationId xmlns:a16="http://schemas.microsoft.com/office/drawing/2014/main" id="{5862724D-E8A1-8B9B-133D-E383004BD3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39866" y="3888255"/>
                <a:ext cx="1087821" cy="369332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de-CH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feld 33">
                <a:extLst>
                  <a:ext uri="{FF2B5EF4-FFF2-40B4-BE49-F238E27FC236}">
                    <a16:creationId xmlns:a16="http://schemas.microsoft.com/office/drawing/2014/main" id="{F4BDE262-587F-9952-57AB-55C348B65B6D}"/>
                  </a:ext>
                </a:extLst>
              </p:cNvPr>
              <p:cNvSpPr txBox="1"/>
              <p:nvPr/>
            </p:nvSpPr>
            <p:spPr>
              <a:xfrm>
                <a:off x="7740761" y="3872490"/>
                <a:ext cx="44249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de-DE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de-DE" dirty="0"/>
                  <a:t>:</a:t>
                </a:r>
                <a:endParaRPr lang="de-CH" dirty="0"/>
              </a:p>
            </p:txBody>
          </p:sp>
        </mc:Choice>
        <mc:Fallback xmlns="">
          <p:sp>
            <p:nvSpPr>
              <p:cNvPr id="34" name="Textfeld 33">
                <a:extLst>
                  <a:ext uri="{FF2B5EF4-FFF2-40B4-BE49-F238E27FC236}">
                    <a16:creationId xmlns:a16="http://schemas.microsoft.com/office/drawing/2014/main" id="{F4BDE262-587F-9952-57AB-55C348B65B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40761" y="3872490"/>
                <a:ext cx="442493" cy="369332"/>
              </a:xfrm>
              <a:prstGeom prst="rect">
                <a:avLst/>
              </a:prstGeom>
              <a:blipFill>
                <a:blip r:embed="rId15"/>
                <a:stretch>
                  <a:fillRect t="-8197" r="-11111" b="-24590"/>
                </a:stretch>
              </a:blipFill>
            </p:spPr>
            <p:txBody>
              <a:bodyPr/>
              <a:lstStyle/>
              <a:p>
                <a:r>
                  <a:rPr lang="de-CH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feld 34">
                <a:extLst>
                  <a:ext uri="{FF2B5EF4-FFF2-40B4-BE49-F238E27FC236}">
                    <a16:creationId xmlns:a16="http://schemas.microsoft.com/office/drawing/2014/main" id="{845A98B7-B4CE-26E2-0684-9EDF4CFF5722}"/>
                  </a:ext>
                </a:extLst>
              </p:cNvPr>
              <p:cNvSpPr txBox="1"/>
              <p:nvPr/>
            </p:nvSpPr>
            <p:spPr>
              <a:xfrm>
                <a:off x="6427735" y="3485676"/>
                <a:ext cx="1087821" cy="369332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−5</m:t>
                      </m:r>
                    </m:oMath>
                  </m:oMathPara>
                </a14:m>
                <a:endParaRPr lang="de-CH" dirty="0"/>
              </a:p>
            </p:txBody>
          </p:sp>
        </mc:Choice>
        <mc:Fallback xmlns="">
          <p:sp>
            <p:nvSpPr>
              <p:cNvPr id="35" name="Textfeld 34">
                <a:extLst>
                  <a:ext uri="{FF2B5EF4-FFF2-40B4-BE49-F238E27FC236}">
                    <a16:creationId xmlns:a16="http://schemas.microsoft.com/office/drawing/2014/main" id="{845A98B7-B4CE-26E2-0684-9EDF4CFF57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27735" y="3485676"/>
                <a:ext cx="1087821" cy="369332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de-CH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" name="Textfeld 35">
            <a:extLst>
              <a:ext uri="{FF2B5EF4-FFF2-40B4-BE49-F238E27FC236}">
                <a16:creationId xmlns:a16="http://schemas.microsoft.com/office/drawing/2014/main" id="{4ADF7CE6-5F99-7B15-6208-B5A54FC41B1F}"/>
              </a:ext>
            </a:extLst>
          </p:cNvPr>
          <p:cNvSpPr txBox="1"/>
          <p:nvPr/>
        </p:nvSpPr>
        <p:spPr>
          <a:xfrm>
            <a:off x="5792872" y="3485676"/>
            <a:ext cx="6062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min:</a:t>
            </a:r>
            <a:endParaRPr lang="de-CH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feld 36">
                <a:extLst>
                  <a:ext uri="{FF2B5EF4-FFF2-40B4-BE49-F238E27FC236}">
                    <a16:creationId xmlns:a16="http://schemas.microsoft.com/office/drawing/2014/main" id="{31BD3C77-BF73-C45F-EC87-1B64836BF83F}"/>
                  </a:ext>
                </a:extLst>
              </p:cNvPr>
              <p:cNvSpPr txBox="1"/>
              <p:nvPr/>
            </p:nvSpPr>
            <p:spPr>
              <a:xfrm>
                <a:off x="8396410" y="3476779"/>
                <a:ext cx="1087821" cy="369332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5</m:t>
                      </m:r>
                    </m:oMath>
                  </m:oMathPara>
                </a14:m>
                <a:endParaRPr lang="de-CH" dirty="0"/>
              </a:p>
            </p:txBody>
          </p:sp>
        </mc:Choice>
        <mc:Fallback xmlns="">
          <p:sp>
            <p:nvSpPr>
              <p:cNvPr id="37" name="Textfeld 36">
                <a:extLst>
                  <a:ext uri="{FF2B5EF4-FFF2-40B4-BE49-F238E27FC236}">
                    <a16:creationId xmlns:a16="http://schemas.microsoft.com/office/drawing/2014/main" id="{31BD3C77-BF73-C45F-EC87-1B64836BF8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96410" y="3476779"/>
                <a:ext cx="1087821" cy="369332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de-CH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Textfeld 37">
            <a:extLst>
              <a:ext uri="{FF2B5EF4-FFF2-40B4-BE49-F238E27FC236}">
                <a16:creationId xmlns:a16="http://schemas.microsoft.com/office/drawing/2014/main" id="{6501DE6B-FD2E-BA8C-5DD5-23B7A91200AE}"/>
              </a:ext>
            </a:extLst>
          </p:cNvPr>
          <p:cNvSpPr txBox="1"/>
          <p:nvPr/>
        </p:nvSpPr>
        <p:spPr>
          <a:xfrm>
            <a:off x="7759179" y="3455704"/>
            <a:ext cx="6522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 err="1"/>
              <a:t>max</a:t>
            </a:r>
            <a:r>
              <a:rPr lang="de-DE" dirty="0"/>
              <a:t>:</a:t>
            </a:r>
            <a:endParaRPr lang="de-CH" dirty="0"/>
          </a:p>
        </p:txBody>
      </p:sp>
      <p:sp>
        <p:nvSpPr>
          <p:cNvPr id="39" name="Textfeld 38">
            <a:extLst>
              <a:ext uri="{FF2B5EF4-FFF2-40B4-BE49-F238E27FC236}">
                <a16:creationId xmlns:a16="http://schemas.microsoft.com/office/drawing/2014/main" id="{B135FD6D-76D2-BB60-8CAA-01CE31EBD373}"/>
              </a:ext>
            </a:extLst>
          </p:cNvPr>
          <p:cNvSpPr txBox="1"/>
          <p:nvPr/>
        </p:nvSpPr>
        <p:spPr>
          <a:xfrm>
            <a:off x="3251679" y="3462251"/>
            <a:ext cx="26185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 err="1"/>
              <a:t>Stellgrössenbeschränkung</a:t>
            </a:r>
            <a:endParaRPr lang="de-CH" dirty="0"/>
          </a:p>
        </p:txBody>
      </p:sp>
      <p:sp>
        <p:nvSpPr>
          <p:cNvPr id="40" name="Textfeld 39">
            <a:extLst>
              <a:ext uri="{FF2B5EF4-FFF2-40B4-BE49-F238E27FC236}">
                <a16:creationId xmlns:a16="http://schemas.microsoft.com/office/drawing/2014/main" id="{E5201CA6-3336-1E1B-5842-FE41D7927B54}"/>
              </a:ext>
            </a:extLst>
          </p:cNvPr>
          <p:cNvSpPr txBox="1"/>
          <p:nvPr/>
        </p:nvSpPr>
        <p:spPr>
          <a:xfrm>
            <a:off x="4241372" y="2579478"/>
            <a:ext cx="15085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Gütekriterium</a:t>
            </a:r>
            <a:endParaRPr lang="de-CH" dirty="0"/>
          </a:p>
        </p:txBody>
      </p:sp>
      <p:sp>
        <p:nvSpPr>
          <p:cNvPr id="41" name="Rechteck 40">
            <a:extLst>
              <a:ext uri="{FF2B5EF4-FFF2-40B4-BE49-F238E27FC236}">
                <a16:creationId xmlns:a16="http://schemas.microsoft.com/office/drawing/2014/main" id="{6F32A962-AD6E-D5D8-80EF-FB019E4A9EB3}"/>
              </a:ext>
            </a:extLst>
          </p:cNvPr>
          <p:cNvSpPr/>
          <p:nvPr/>
        </p:nvSpPr>
        <p:spPr>
          <a:xfrm>
            <a:off x="6096000" y="2610851"/>
            <a:ext cx="1779152" cy="327134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CH" dirty="0">
                <a:solidFill>
                  <a:schemeClr val="tx1"/>
                </a:solidFill>
              </a:rPr>
              <a:t>ITAE</a:t>
            </a:r>
          </a:p>
        </p:txBody>
      </p:sp>
      <p:sp>
        <p:nvSpPr>
          <p:cNvPr id="42" name="Textfeld 41">
            <a:extLst>
              <a:ext uri="{FF2B5EF4-FFF2-40B4-BE49-F238E27FC236}">
                <a16:creationId xmlns:a16="http://schemas.microsoft.com/office/drawing/2014/main" id="{A9DC63C4-77C8-B43D-9DAE-67527DAE846C}"/>
              </a:ext>
            </a:extLst>
          </p:cNvPr>
          <p:cNvSpPr txBox="1"/>
          <p:nvPr/>
        </p:nvSpPr>
        <p:spPr>
          <a:xfrm rot="16200000">
            <a:off x="7620037" y="2603278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&lt;</a:t>
            </a:r>
            <a:endParaRPr lang="de-CH" dirty="0"/>
          </a:p>
        </p:txBody>
      </p:sp>
      <p:sp>
        <p:nvSpPr>
          <p:cNvPr id="43" name="Textfeld 42">
            <a:extLst>
              <a:ext uri="{FF2B5EF4-FFF2-40B4-BE49-F238E27FC236}">
                <a16:creationId xmlns:a16="http://schemas.microsoft.com/office/drawing/2014/main" id="{C118D526-1F73-A25F-0615-71CFC2397F88}"/>
              </a:ext>
            </a:extLst>
          </p:cNvPr>
          <p:cNvSpPr txBox="1"/>
          <p:nvPr/>
        </p:nvSpPr>
        <p:spPr>
          <a:xfrm>
            <a:off x="4379321" y="3901727"/>
            <a:ext cx="16035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Simulationszeit</a:t>
            </a:r>
            <a:endParaRPr lang="de-CH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feld 43">
                <a:extLst>
                  <a:ext uri="{FF2B5EF4-FFF2-40B4-BE49-F238E27FC236}">
                    <a16:creationId xmlns:a16="http://schemas.microsoft.com/office/drawing/2014/main" id="{7B3514A6-3206-B31A-E699-6DFB0D11EDF6}"/>
                  </a:ext>
                </a:extLst>
              </p:cNvPr>
              <p:cNvSpPr txBox="1"/>
              <p:nvPr/>
            </p:nvSpPr>
            <p:spPr>
              <a:xfrm>
                <a:off x="5571526" y="4417573"/>
                <a:ext cx="1087821" cy="369332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de-CH" dirty="0"/>
              </a:p>
            </p:txBody>
          </p:sp>
        </mc:Choice>
        <mc:Fallback xmlns="">
          <p:sp>
            <p:nvSpPr>
              <p:cNvPr id="44" name="Textfeld 43">
                <a:extLst>
                  <a:ext uri="{FF2B5EF4-FFF2-40B4-BE49-F238E27FC236}">
                    <a16:creationId xmlns:a16="http://schemas.microsoft.com/office/drawing/2014/main" id="{7B3514A6-3206-B31A-E699-6DFB0D11ED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71526" y="4417573"/>
                <a:ext cx="1087821" cy="369332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de-CH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feld 44">
                <a:extLst>
                  <a:ext uri="{FF2B5EF4-FFF2-40B4-BE49-F238E27FC236}">
                    <a16:creationId xmlns:a16="http://schemas.microsoft.com/office/drawing/2014/main" id="{AECE2152-DD42-9C80-3175-093B0FE7E827}"/>
                  </a:ext>
                </a:extLst>
              </p:cNvPr>
              <p:cNvSpPr txBox="1"/>
              <p:nvPr/>
            </p:nvSpPr>
            <p:spPr>
              <a:xfrm>
                <a:off x="4791709" y="4409949"/>
                <a:ext cx="801501" cy="39651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de-DE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sSub>
                          <m:sSubPr>
                            <m:ctrlPr>
                              <a:rPr lang="de-DE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de-DE" b="0" i="1" smtClean="0">
                                <a:latin typeface="Cambria Math" panose="02040503050406030204" pitchFamily="18" charset="0"/>
                              </a:rPr>
                              <m:t>𝑚𝑖𝑛</m:t>
                            </m:r>
                          </m:sub>
                        </m:sSub>
                      </m:sub>
                    </m:sSub>
                  </m:oMath>
                </a14:m>
                <a:r>
                  <a:rPr lang="de-DE" dirty="0"/>
                  <a:t>:</a:t>
                </a:r>
                <a:endParaRPr lang="de-CH" dirty="0"/>
              </a:p>
            </p:txBody>
          </p:sp>
        </mc:Choice>
        <mc:Fallback xmlns="">
          <p:sp>
            <p:nvSpPr>
              <p:cNvPr id="45" name="Textfeld 44">
                <a:extLst>
                  <a:ext uri="{FF2B5EF4-FFF2-40B4-BE49-F238E27FC236}">
                    <a16:creationId xmlns:a16="http://schemas.microsoft.com/office/drawing/2014/main" id="{AECE2152-DD42-9C80-3175-093B0FE7E8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91709" y="4409949"/>
                <a:ext cx="801501" cy="396519"/>
              </a:xfrm>
              <a:prstGeom prst="rect">
                <a:avLst/>
              </a:prstGeom>
              <a:blipFill>
                <a:blip r:embed="rId19"/>
                <a:stretch>
                  <a:fillRect t="-6154" r="-5303" b="-18462"/>
                </a:stretch>
              </a:blipFill>
            </p:spPr>
            <p:txBody>
              <a:bodyPr/>
              <a:lstStyle/>
              <a:p>
                <a:r>
                  <a:rPr lang="de-CH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feld 45">
                <a:extLst>
                  <a:ext uri="{FF2B5EF4-FFF2-40B4-BE49-F238E27FC236}">
                    <a16:creationId xmlns:a16="http://schemas.microsoft.com/office/drawing/2014/main" id="{48B7958A-A69F-B3D4-D482-32FF6901D3D7}"/>
                  </a:ext>
                </a:extLst>
              </p:cNvPr>
              <p:cNvSpPr txBox="1"/>
              <p:nvPr/>
            </p:nvSpPr>
            <p:spPr>
              <a:xfrm>
                <a:off x="7718411" y="4390508"/>
                <a:ext cx="1087821" cy="369332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10</m:t>
                      </m:r>
                    </m:oMath>
                  </m:oMathPara>
                </a14:m>
                <a:endParaRPr lang="de-CH" dirty="0"/>
              </a:p>
            </p:txBody>
          </p:sp>
        </mc:Choice>
        <mc:Fallback xmlns="">
          <p:sp>
            <p:nvSpPr>
              <p:cNvPr id="46" name="Textfeld 45">
                <a:extLst>
                  <a:ext uri="{FF2B5EF4-FFF2-40B4-BE49-F238E27FC236}">
                    <a16:creationId xmlns:a16="http://schemas.microsoft.com/office/drawing/2014/main" id="{48B7958A-A69F-B3D4-D482-32FF6901D3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18411" y="4390508"/>
                <a:ext cx="1087821" cy="369332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de-CH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xtfeld 47">
                <a:extLst>
                  <a:ext uri="{FF2B5EF4-FFF2-40B4-BE49-F238E27FC236}">
                    <a16:creationId xmlns:a16="http://schemas.microsoft.com/office/drawing/2014/main" id="{54E14387-FAAD-9A1B-6C31-D13397BF4709}"/>
                  </a:ext>
                </a:extLst>
              </p:cNvPr>
              <p:cNvSpPr txBox="1"/>
              <p:nvPr/>
            </p:nvSpPr>
            <p:spPr>
              <a:xfrm>
                <a:off x="6898166" y="4332313"/>
                <a:ext cx="828625" cy="3945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de-DE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sSub>
                          <m:sSubPr>
                            <m:ctrlPr>
                              <a:rPr lang="de-DE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de-DE" b="0" i="1" smtClean="0">
                                <a:latin typeface="Cambria Math" panose="02040503050406030204" pitchFamily="18" charset="0"/>
                              </a:rPr>
                              <m:t>𝑚𝑎𝑥</m:t>
                            </m:r>
                          </m:sub>
                        </m:sSub>
                      </m:sub>
                    </m:sSub>
                  </m:oMath>
                </a14:m>
                <a:r>
                  <a:rPr lang="de-DE" dirty="0"/>
                  <a:t>:</a:t>
                </a:r>
                <a:endParaRPr lang="de-CH" dirty="0"/>
              </a:p>
            </p:txBody>
          </p:sp>
        </mc:Choice>
        <mc:Fallback xmlns="">
          <p:sp>
            <p:nvSpPr>
              <p:cNvPr id="48" name="Textfeld 47">
                <a:extLst>
                  <a:ext uri="{FF2B5EF4-FFF2-40B4-BE49-F238E27FC236}">
                    <a16:creationId xmlns:a16="http://schemas.microsoft.com/office/drawing/2014/main" id="{54E14387-FAAD-9A1B-6C31-D13397BF47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98166" y="4332313"/>
                <a:ext cx="828625" cy="394532"/>
              </a:xfrm>
              <a:prstGeom prst="rect">
                <a:avLst/>
              </a:prstGeom>
              <a:blipFill>
                <a:blip r:embed="rId21"/>
                <a:stretch>
                  <a:fillRect t="-7813" r="-4412" b="-20313"/>
                </a:stretch>
              </a:blipFill>
            </p:spPr>
            <p:txBody>
              <a:bodyPr/>
              <a:lstStyle/>
              <a:p>
                <a:r>
                  <a:rPr lang="de-CH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xtfeld 48">
                <a:extLst>
                  <a:ext uri="{FF2B5EF4-FFF2-40B4-BE49-F238E27FC236}">
                    <a16:creationId xmlns:a16="http://schemas.microsoft.com/office/drawing/2014/main" id="{627C1DD7-26BA-4885-06DB-FADF2866FBD9}"/>
                  </a:ext>
                </a:extLst>
              </p:cNvPr>
              <p:cNvSpPr txBox="1"/>
              <p:nvPr/>
            </p:nvSpPr>
            <p:spPr>
              <a:xfrm>
                <a:off x="5571526" y="4821170"/>
                <a:ext cx="1087821" cy="369332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de-CH" dirty="0"/>
              </a:p>
            </p:txBody>
          </p:sp>
        </mc:Choice>
        <mc:Fallback xmlns="">
          <p:sp>
            <p:nvSpPr>
              <p:cNvPr id="49" name="Textfeld 48">
                <a:extLst>
                  <a:ext uri="{FF2B5EF4-FFF2-40B4-BE49-F238E27FC236}">
                    <a16:creationId xmlns:a16="http://schemas.microsoft.com/office/drawing/2014/main" id="{627C1DD7-26BA-4885-06DB-FADF2866FB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71526" y="4821170"/>
                <a:ext cx="1087821" cy="369332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de-CH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Textfeld 49">
                <a:extLst>
                  <a:ext uri="{FF2B5EF4-FFF2-40B4-BE49-F238E27FC236}">
                    <a16:creationId xmlns:a16="http://schemas.microsoft.com/office/drawing/2014/main" id="{80709465-E897-D0A3-57B1-1409BC7ADAEE}"/>
                  </a:ext>
                </a:extLst>
              </p:cNvPr>
              <p:cNvSpPr txBox="1"/>
              <p:nvPr/>
            </p:nvSpPr>
            <p:spPr>
              <a:xfrm>
                <a:off x="4791709" y="4813546"/>
                <a:ext cx="724622" cy="39651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de-DE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sSub>
                          <m:sSubPr>
                            <m:ctrlPr>
                              <a:rPr lang="de-DE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  <m:sub>
                            <m:r>
                              <a:rPr lang="de-DE" b="0" i="1" smtClean="0">
                                <a:latin typeface="Cambria Math" panose="02040503050406030204" pitchFamily="18" charset="0"/>
                              </a:rPr>
                              <m:t>𝑚𝑖𝑛</m:t>
                            </m:r>
                          </m:sub>
                        </m:sSub>
                      </m:sub>
                    </m:sSub>
                  </m:oMath>
                </a14:m>
                <a:r>
                  <a:rPr lang="de-DE" dirty="0"/>
                  <a:t>:</a:t>
                </a:r>
                <a:endParaRPr lang="de-CH" dirty="0"/>
              </a:p>
            </p:txBody>
          </p:sp>
        </mc:Choice>
        <mc:Fallback xmlns="">
          <p:sp>
            <p:nvSpPr>
              <p:cNvPr id="50" name="Textfeld 49">
                <a:extLst>
                  <a:ext uri="{FF2B5EF4-FFF2-40B4-BE49-F238E27FC236}">
                    <a16:creationId xmlns:a16="http://schemas.microsoft.com/office/drawing/2014/main" id="{80709465-E897-D0A3-57B1-1409BC7ADA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91709" y="4813546"/>
                <a:ext cx="724622" cy="396519"/>
              </a:xfrm>
              <a:prstGeom prst="rect">
                <a:avLst/>
              </a:prstGeom>
              <a:blipFill>
                <a:blip r:embed="rId23"/>
                <a:stretch>
                  <a:fillRect t="-7692" r="-6723" b="-18462"/>
                </a:stretch>
              </a:blipFill>
            </p:spPr>
            <p:txBody>
              <a:bodyPr/>
              <a:lstStyle/>
              <a:p>
                <a:r>
                  <a:rPr lang="de-CH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" name="Textfeld 50">
                <a:extLst>
                  <a:ext uri="{FF2B5EF4-FFF2-40B4-BE49-F238E27FC236}">
                    <a16:creationId xmlns:a16="http://schemas.microsoft.com/office/drawing/2014/main" id="{37D70594-626F-4A69-AEF2-030A5D39C375}"/>
                  </a:ext>
                </a:extLst>
              </p:cNvPr>
              <p:cNvSpPr txBox="1"/>
              <p:nvPr/>
            </p:nvSpPr>
            <p:spPr>
              <a:xfrm>
                <a:off x="7718411" y="4794105"/>
                <a:ext cx="1087821" cy="369332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10</m:t>
                      </m:r>
                    </m:oMath>
                  </m:oMathPara>
                </a14:m>
                <a:endParaRPr lang="de-CH" dirty="0"/>
              </a:p>
            </p:txBody>
          </p:sp>
        </mc:Choice>
        <mc:Fallback xmlns="">
          <p:sp>
            <p:nvSpPr>
              <p:cNvPr id="51" name="Textfeld 50">
                <a:extLst>
                  <a:ext uri="{FF2B5EF4-FFF2-40B4-BE49-F238E27FC236}">
                    <a16:creationId xmlns:a16="http://schemas.microsoft.com/office/drawing/2014/main" id="{37D70594-626F-4A69-AEF2-030A5D39C3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18411" y="4794105"/>
                <a:ext cx="1087821" cy="369332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de-CH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Textfeld 51">
                <a:extLst>
                  <a:ext uri="{FF2B5EF4-FFF2-40B4-BE49-F238E27FC236}">
                    <a16:creationId xmlns:a16="http://schemas.microsoft.com/office/drawing/2014/main" id="{07C584B6-2784-1771-F2CE-A4470E47B323}"/>
                  </a:ext>
                </a:extLst>
              </p:cNvPr>
              <p:cNvSpPr txBox="1"/>
              <p:nvPr/>
            </p:nvSpPr>
            <p:spPr>
              <a:xfrm>
                <a:off x="6898166" y="4735910"/>
                <a:ext cx="756682" cy="3945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de-DE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sSub>
                          <m:sSubPr>
                            <m:ctrlPr>
                              <a:rPr lang="de-DE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  <m:sub>
                            <m:r>
                              <a:rPr lang="de-DE" b="0" i="1" smtClean="0">
                                <a:latin typeface="Cambria Math" panose="02040503050406030204" pitchFamily="18" charset="0"/>
                              </a:rPr>
                              <m:t>𝑚𝑎𝑥</m:t>
                            </m:r>
                          </m:sub>
                        </m:sSub>
                      </m:sub>
                    </m:sSub>
                  </m:oMath>
                </a14:m>
                <a:r>
                  <a:rPr lang="de-DE" dirty="0"/>
                  <a:t>:</a:t>
                </a:r>
                <a:endParaRPr lang="de-CH" dirty="0"/>
              </a:p>
            </p:txBody>
          </p:sp>
        </mc:Choice>
        <mc:Fallback xmlns="">
          <p:sp>
            <p:nvSpPr>
              <p:cNvPr id="52" name="Textfeld 51">
                <a:extLst>
                  <a:ext uri="{FF2B5EF4-FFF2-40B4-BE49-F238E27FC236}">
                    <a16:creationId xmlns:a16="http://schemas.microsoft.com/office/drawing/2014/main" id="{07C584B6-2784-1771-F2CE-A4470E47B3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98166" y="4735910"/>
                <a:ext cx="756682" cy="394532"/>
              </a:xfrm>
              <a:prstGeom prst="rect">
                <a:avLst/>
              </a:prstGeom>
              <a:blipFill>
                <a:blip r:embed="rId25"/>
                <a:stretch>
                  <a:fillRect t="-7692" r="-5645" b="-18462"/>
                </a:stretch>
              </a:blipFill>
            </p:spPr>
            <p:txBody>
              <a:bodyPr/>
              <a:lstStyle/>
              <a:p>
                <a:r>
                  <a:rPr lang="de-CH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" name="Textfeld 52">
                <a:extLst>
                  <a:ext uri="{FF2B5EF4-FFF2-40B4-BE49-F238E27FC236}">
                    <a16:creationId xmlns:a16="http://schemas.microsoft.com/office/drawing/2014/main" id="{8AF71FDC-86EC-66C1-D28F-2DD493365F91}"/>
                  </a:ext>
                </a:extLst>
              </p:cNvPr>
              <p:cNvSpPr txBox="1"/>
              <p:nvPr/>
            </p:nvSpPr>
            <p:spPr>
              <a:xfrm>
                <a:off x="5571526" y="5217673"/>
                <a:ext cx="1087821" cy="369332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de-CH" dirty="0"/>
              </a:p>
            </p:txBody>
          </p:sp>
        </mc:Choice>
        <mc:Fallback xmlns="">
          <p:sp>
            <p:nvSpPr>
              <p:cNvPr id="53" name="Textfeld 52">
                <a:extLst>
                  <a:ext uri="{FF2B5EF4-FFF2-40B4-BE49-F238E27FC236}">
                    <a16:creationId xmlns:a16="http://schemas.microsoft.com/office/drawing/2014/main" id="{8AF71FDC-86EC-66C1-D28F-2DD493365F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71526" y="5217673"/>
                <a:ext cx="1087821" cy="369332"/>
              </a:xfrm>
              <a:prstGeom prst="rect">
                <a:avLst/>
              </a:prstGeom>
              <a:blipFill>
                <a:blip r:embed="rId26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de-CH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Textfeld 53">
                <a:extLst>
                  <a:ext uri="{FF2B5EF4-FFF2-40B4-BE49-F238E27FC236}">
                    <a16:creationId xmlns:a16="http://schemas.microsoft.com/office/drawing/2014/main" id="{9BE456D4-1B26-36A7-4FDC-33D7050F563E}"/>
                  </a:ext>
                </a:extLst>
              </p:cNvPr>
              <p:cNvSpPr txBox="1"/>
              <p:nvPr/>
            </p:nvSpPr>
            <p:spPr>
              <a:xfrm>
                <a:off x="4791709" y="5210049"/>
                <a:ext cx="772712" cy="39651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de-DE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sSub>
                          <m:sSubPr>
                            <m:ctrlPr>
                              <a:rPr lang="de-DE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b="0" i="1" smtClean="0"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de-DE" b="0" i="1" smtClean="0">
                                <a:latin typeface="Cambria Math" panose="02040503050406030204" pitchFamily="18" charset="0"/>
                              </a:rPr>
                              <m:t>𝑚𝑖𝑛</m:t>
                            </m:r>
                          </m:sub>
                        </m:sSub>
                      </m:sub>
                    </m:sSub>
                  </m:oMath>
                </a14:m>
                <a:r>
                  <a:rPr lang="de-DE" dirty="0"/>
                  <a:t>:</a:t>
                </a:r>
                <a:endParaRPr lang="de-CH" dirty="0"/>
              </a:p>
            </p:txBody>
          </p:sp>
        </mc:Choice>
        <mc:Fallback xmlns="">
          <p:sp>
            <p:nvSpPr>
              <p:cNvPr id="54" name="Textfeld 53">
                <a:extLst>
                  <a:ext uri="{FF2B5EF4-FFF2-40B4-BE49-F238E27FC236}">
                    <a16:creationId xmlns:a16="http://schemas.microsoft.com/office/drawing/2014/main" id="{9BE456D4-1B26-36A7-4FDC-33D7050F56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91709" y="5210049"/>
                <a:ext cx="772712" cy="396519"/>
              </a:xfrm>
              <a:prstGeom prst="rect">
                <a:avLst/>
              </a:prstGeom>
              <a:blipFill>
                <a:blip r:embed="rId27"/>
                <a:stretch>
                  <a:fillRect t="-7692" r="-5512" b="-18462"/>
                </a:stretch>
              </a:blipFill>
            </p:spPr>
            <p:txBody>
              <a:bodyPr/>
              <a:lstStyle/>
              <a:p>
                <a:r>
                  <a:rPr lang="de-CH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" name="Textfeld 54">
                <a:extLst>
                  <a:ext uri="{FF2B5EF4-FFF2-40B4-BE49-F238E27FC236}">
                    <a16:creationId xmlns:a16="http://schemas.microsoft.com/office/drawing/2014/main" id="{5A319826-20A0-D9CA-0021-27BE08DC0526}"/>
                  </a:ext>
                </a:extLst>
              </p:cNvPr>
              <p:cNvSpPr txBox="1"/>
              <p:nvPr/>
            </p:nvSpPr>
            <p:spPr>
              <a:xfrm>
                <a:off x="7718411" y="5190608"/>
                <a:ext cx="1087821" cy="369332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10</m:t>
                      </m:r>
                    </m:oMath>
                  </m:oMathPara>
                </a14:m>
                <a:endParaRPr lang="de-CH" dirty="0"/>
              </a:p>
            </p:txBody>
          </p:sp>
        </mc:Choice>
        <mc:Fallback xmlns="">
          <p:sp>
            <p:nvSpPr>
              <p:cNvPr id="55" name="Textfeld 54">
                <a:extLst>
                  <a:ext uri="{FF2B5EF4-FFF2-40B4-BE49-F238E27FC236}">
                    <a16:creationId xmlns:a16="http://schemas.microsoft.com/office/drawing/2014/main" id="{5A319826-20A0-D9CA-0021-27BE08DC05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18411" y="5190608"/>
                <a:ext cx="1087821" cy="369332"/>
              </a:xfrm>
              <a:prstGeom prst="rect">
                <a:avLst/>
              </a:prstGeom>
              <a:blipFill>
                <a:blip r:embed="rId28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de-CH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6" name="Textfeld 55">
                <a:extLst>
                  <a:ext uri="{FF2B5EF4-FFF2-40B4-BE49-F238E27FC236}">
                    <a16:creationId xmlns:a16="http://schemas.microsoft.com/office/drawing/2014/main" id="{DBCF16EF-665E-EDD6-0712-3FDEDFD2552B}"/>
                  </a:ext>
                </a:extLst>
              </p:cNvPr>
              <p:cNvSpPr txBox="1"/>
              <p:nvPr/>
            </p:nvSpPr>
            <p:spPr>
              <a:xfrm>
                <a:off x="6898166" y="5132413"/>
                <a:ext cx="804772" cy="3945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de-DE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sSub>
                          <m:sSubPr>
                            <m:ctrlPr>
                              <a:rPr lang="de-DE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b="0" i="1" smtClean="0"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de-DE" b="0" i="1" smtClean="0">
                                <a:latin typeface="Cambria Math" panose="02040503050406030204" pitchFamily="18" charset="0"/>
                              </a:rPr>
                              <m:t>𝑚𝑎𝑥</m:t>
                            </m:r>
                          </m:sub>
                        </m:sSub>
                      </m:sub>
                    </m:sSub>
                  </m:oMath>
                </a14:m>
                <a:r>
                  <a:rPr lang="de-DE" dirty="0"/>
                  <a:t>:</a:t>
                </a:r>
                <a:endParaRPr lang="de-CH" dirty="0"/>
              </a:p>
            </p:txBody>
          </p:sp>
        </mc:Choice>
        <mc:Fallback xmlns="">
          <p:sp>
            <p:nvSpPr>
              <p:cNvPr id="56" name="Textfeld 55">
                <a:extLst>
                  <a:ext uri="{FF2B5EF4-FFF2-40B4-BE49-F238E27FC236}">
                    <a16:creationId xmlns:a16="http://schemas.microsoft.com/office/drawing/2014/main" id="{DBCF16EF-665E-EDD6-0712-3FDEDFD255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98166" y="5132413"/>
                <a:ext cx="804772" cy="394532"/>
              </a:xfrm>
              <a:prstGeom prst="rect">
                <a:avLst/>
              </a:prstGeom>
              <a:blipFill>
                <a:blip r:embed="rId29"/>
                <a:stretch>
                  <a:fillRect t="-7692" r="-5303" b="-18462"/>
                </a:stretch>
              </a:blipFill>
            </p:spPr>
            <p:txBody>
              <a:bodyPr/>
              <a:lstStyle/>
              <a:p>
                <a:r>
                  <a:rPr lang="de-CH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Ellipse 9">
            <a:hlinkClick r:id="rId4" action="ppaction://hlinksldjump"/>
            <a:extLst>
              <a:ext uri="{FF2B5EF4-FFF2-40B4-BE49-F238E27FC236}">
                <a16:creationId xmlns:a16="http://schemas.microsoft.com/office/drawing/2014/main" id="{31961BC4-801B-1A49-7C91-F67A91FF9DA0}"/>
              </a:ext>
            </a:extLst>
          </p:cNvPr>
          <p:cNvSpPr/>
          <p:nvPr/>
        </p:nvSpPr>
        <p:spPr>
          <a:xfrm>
            <a:off x="10431555" y="5933982"/>
            <a:ext cx="550015" cy="405636"/>
          </a:xfrm>
          <a:prstGeom prst="ellipse">
            <a:avLst/>
          </a:prstGeom>
          <a:solidFill>
            <a:srgbClr val="4472C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&gt;</a:t>
            </a:r>
            <a:endParaRPr lang="de-CH" dirty="0"/>
          </a:p>
        </p:txBody>
      </p:sp>
      <p:sp>
        <p:nvSpPr>
          <p:cNvPr id="12" name="Ellipse 11">
            <a:hlinkClick r:id="rId30" action="ppaction://hlinksldjump"/>
            <a:extLst>
              <a:ext uri="{FF2B5EF4-FFF2-40B4-BE49-F238E27FC236}">
                <a16:creationId xmlns:a16="http://schemas.microsoft.com/office/drawing/2014/main" id="{D946E895-9F89-AC31-926F-64511DF4ECB6}"/>
              </a:ext>
            </a:extLst>
          </p:cNvPr>
          <p:cNvSpPr/>
          <p:nvPr/>
        </p:nvSpPr>
        <p:spPr>
          <a:xfrm>
            <a:off x="2976671" y="5933982"/>
            <a:ext cx="550015" cy="405636"/>
          </a:xfrm>
          <a:prstGeom prst="ellipse">
            <a:avLst/>
          </a:prstGeom>
          <a:solidFill>
            <a:srgbClr val="4472C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&lt;</a:t>
            </a:r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36107793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6BF556-C89B-7208-F9C8-1F09393846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>
            <a:extLst>
              <a:ext uri="{FF2B5EF4-FFF2-40B4-BE49-F238E27FC236}">
                <a16:creationId xmlns:a16="http://schemas.microsoft.com/office/drawing/2014/main" id="{ADF764CC-93E9-8B72-0AEE-A40FFE197EFF}"/>
              </a:ext>
            </a:extLst>
          </p:cNvPr>
          <p:cNvSpPr/>
          <p:nvPr/>
        </p:nvSpPr>
        <p:spPr>
          <a:xfrm>
            <a:off x="786962" y="248307"/>
            <a:ext cx="10618076" cy="6361386"/>
          </a:xfrm>
          <a:prstGeom prst="rect">
            <a:avLst/>
          </a:prstGeom>
          <a:noFill/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61ADFE5C-F83A-0974-3A65-DEEFB28DA1C5}"/>
              </a:ext>
            </a:extLst>
          </p:cNvPr>
          <p:cNvSpPr/>
          <p:nvPr/>
        </p:nvSpPr>
        <p:spPr>
          <a:xfrm>
            <a:off x="786962" y="248307"/>
            <a:ext cx="1908941" cy="636138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6" name="Rechteck: abgerundete Ecken 5">
            <a:hlinkClick r:id="rId2" action="ppaction://hlinksldjump"/>
            <a:extLst>
              <a:ext uri="{FF2B5EF4-FFF2-40B4-BE49-F238E27FC236}">
                <a16:creationId xmlns:a16="http://schemas.microsoft.com/office/drawing/2014/main" id="{191E984F-6374-99DE-AFE9-5BA05E414D89}"/>
              </a:ext>
            </a:extLst>
          </p:cNvPr>
          <p:cNvSpPr/>
          <p:nvPr/>
        </p:nvSpPr>
        <p:spPr>
          <a:xfrm>
            <a:off x="786962" y="945931"/>
            <a:ext cx="1908941" cy="536028"/>
          </a:xfrm>
          <a:prstGeom prst="roundRect">
            <a:avLst/>
          </a:prstGeom>
          <a:solidFill>
            <a:srgbClr val="B4C7E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Regelstrecke</a:t>
            </a:r>
            <a:endParaRPr lang="de-CH" dirty="0"/>
          </a:p>
        </p:txBody>
      </p:sp>
      <p:sp>
        <p:nvSpPr>
          <p:cNvPr id="7" name="Rechteck: abgerundete Ecken 6">
            <a:hlinkClick r:id="rId3" action="ppaction://hlinksldjump"/>
            <a:extLst>
              <a:ext uri="{FF2B5EF4-FFF2-40B4-BE49-F238E27FC236}">
                <a16:creationId xmlns:a16="http://schemas.microsoft.com/office/drawing/2014/main" id="{CB1BD4F9-ECC5-743D-6E2D-5405FE37CF15}"/>
              </a:ext>
            </a:extLst>
          </p:cNvPr>
          <p:cNvSpPr/>
          <p:nvPr/>
        </p:nvSpPr>
        <p:spPr>
          <a:xfrm>
            <a:off x="786962" y="1481959"/>
            <a:ext cx="1908941" cy="536028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Anregung</a:t>
            </a:r>
            <a:endParaRPr lang="de-CH" dirty="0"/>
          </a:p>
        </p:txBody>
      </p:sp>
      <p:sp>
        <p:nvSpPr>
          <p:cNvPr id="8" name="Rechteck: abgerundete Ecken 7">
            <a:hlinkClick r:id="rId4" action="ppaction://hlinksldjump"/>
            <a:extLst>
              <a:ext uri="{FF2B5EF4-FFF2-40B4-BE49-F238E27FC236}">
                <a16:creationId xmlns:a16="http://schemas.microsoft.com/office/drawing/2014/main" id="{1DB9F5AC-AD27-19F6-C4F5-BBFB1662FED5}"/>
              </a:ext>
            </a:extLst>
          </p:cNvPr>
          <p:cNvSpPr/>
          <p:nvPr/>
        </p:nvSpPr>
        <p:spPr>
          <a:xfrm>
            <a:off x="786962" y="2017987"/>
            <a:ext cx="1908941" cy="536028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PSO</a:t>
            </a:r>
            <a:endParaRPr lang="de-CH" dirty="0"/>
          </a:p>
        </p:txBody>
      </p:sp>
      <p:sp>
        <p:nvSpPr>
          <p:cNvPr id="9" name="Rechteck: abgerundete Ecken 8">
            <a:extLst>
              <a:ext uri="{FF2B5EF4-FFF2-40B4-BE49-F238E27FC236}">
                <a16:creationId xmlns:a16="http://schemas.microsoft.com/office/drawing/2014/main" id="{D4F6E8B1-FA51-6FF8-27F9-BD1E50633D7A}"/>
              </a:ext>
            </a:extLst>
          </p:cNvPr>
          <p:cNvSpPr/>
          <p:nvPr/>
        </p:nvSpPr>
        <p:spPr>
          <a:xfrm>
            <a:off x="786961" y="2554015"/>
            <a:ext cx="1908941" cy="536028"/>
          </a:xfrm>
          <a:prstGeom prst="roundRect">
            <a:avLst/>
          </a:prstGeom>
          <a:solidFill>
            <a:srgbClr val="4472C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Auswertung</a:t>
            </a:r>
            <a:endParaRPr lang="de-CH" dirty="0"/>
          </a:p>
        </p:txBody>
      </p:sp>
      <p:pic>
        <p:nvPicPr>
          <p:cNvPr id="1028" name="Picture 4" descr="Png File - Settings Icon, Transparent Png - 980x982(#857091) - PngFind">
            <a:hlinkClick r:id="rId5" action="ppaction://hlinksldjump"/>
            <a:extLst>
              <a:ext uri="{FF2B5EF4-FFF2-40B4-BE49-F238E27FC236}">
                <a16:creationId xmlns:a16="http://schemas.microsoft.com/office/drawing/2014/main" id="{7F513404-CD6B-F344-D0CA-7640EEA7ED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0" b="100000" l="0" r="100000">
                        <a14:foregroundMark x1="46119" y1="31304" x2="46119" y2="3130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1248" y="6081392"/>
            <a:ext cx="435172" cy="4570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9" name="Gruppieren 18">
            <a:extLst>
              <a:ext uri="{FF2B5EF4-FFF2-40B4-BE49-F238E27FC236}">
                <a16:creationId xmlns:a16="http://schemas.microsoft.com/office/drawing/2014/main" id="{1F2E5ADA-BA6D-56D4-B4DF-4560E4F97DBB}"/>
              </a:ext>
            </a:extLst>
          </p:cNvPr>
          <p:cNvGrpSpPr>
            <a:grpSpLocks noChangeAspect="1"/>
          </p:cNvGrpSpPr>
          <p:nvPr/>
        </p:nvGrpSpPr>
        <p:grpSpPr>
          <a:xfrm>
            <a:off x="4371647" y="4294837"/>
            <a:ext cx="2441370" cy="1839810"/>
            <a:chOff x="5056710" y="2685159"/>
            <a:chExt cx="3987519" cy="3004983"/>
          </a:xfrm>
        </p:grpSpPr>
        <p:pic>
          <p:nvPicPr>
            <p:cNvPr id="2" name="Grafik 1">
              <a:extLst>
                <a:ext uri="{FF2B5EF4-FFF2-40B4-BE49-F238E27FC236}">
                  <a16:creationId xmlns:a16="http://schemas.microsoft.com/office/drawing/2014/main" id="{9605421D-4849-0BE3-1D57-4FC32A9F9139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5056710" y="2685159"/>
              <a:ext cx="3987519" cy="3004983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Textfeld 17">
                  <a:extLst>
                    <a:ext uri="{FF2B5EF4-FFF2-40B4-BE49-F238E27FC236}">
                      <a16:creationId xmlns:a16="http://schemas.microsoft.com/office/drawing/2014/main" id="{D766CDEF-F67D-9F58-0D7A-C010AFD980B0}"/>
                    </a:ext>
                  </a:extLst>
                </p:cNvPr>
                <p:cNvSpPr txBox="1"/>
                <p:nvPr/>
              </p:nvSpPr>
              <p:spPr>
                <a:xfrm>
                  <a:off x="6530340" y="3772151"/>
                  <a:ext cx="1448858" cy="83099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de-DE" sz="48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  <m:d>
                          <m:dPr>
                            <m:ctrlPr>
                              <a:rPr lang="de-DE" sz="48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de-DE" sz="48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</m:oMath>
                    </m:oMathPara>
                  </a14:m>
                  <a:endParaRPr lang="de-CH" sz="4800" dirty="0"/>
                </a:p>
              </p:txBody>
            </p:sp>
          </mc:Choice>
          <mc:Fallback xmlns="">
            <p:sp>
              <p:nvSpPr>
                <p:cNvPr id="18" name="Textfeld 17">
                  <a:extLst>
                    <a:ext uri="{FF2B5EF4-FFF2-40B4-BE49-F238E27FC236}">
                      <a16:creationId xmlns:a16="http://schemas.microsoft.com/office/drawing/2014/main" id="{D766CDEF-F67D-9F58-0D7A-C010AFD980B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530340" y="3772151"/>
                  <a:ext cx="1448858" cy="830997"/>
                </a:xfrm>
                <a:prstGeom prst="rect">
                  <a:avLst/>
                </a:prstGeom>
                <a:blipFill>
                  <a:blip r:embed="rId9"/>
                  <a:stretch>
                    <a:fillRect r="-29452" b="-48193"/>
                  </a:stretch>
                </a:blipFill>
              </p:spPr>
              <p:txBody>
                <a:bodyPr/>
                <a:lstStyle/>
                <a:p>
                  <a:r>
                    <a:rPr lang="de-CH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0" name="Gruppieren 19">
            <a:extLst>
              <a:ext uri="{FF2B5EF4-FFF2-40B4-BE49-F238E27FC236}">
                <a16:creationId xmlns:a16="http://schemas.microsoft.com/office/drawing/2014/main" id="{90535913-2FE3-B564-37FB-2582325DF653}"/>
              </a:ext>
            </a:extLst>
          </p:cNvPr>
          <p:cNvGrpSpPr>
            <a:grpSpLocks noChangeAspect="1"/>
          </p:cNvGrpSpPr>
          <p:nvPr/>
        </p:nvGrpSpPr>
        <p:grpSpPr>
          <a:xfrm>
            <a:off x="7063182" y="4294836"/>
            <a:ext cx="2441370" cy="1839810"/>
            <a:chOff x="5056710" y="2685159"/>
            <a:chExt cx="3987519" cy="3004983"/>
          </a:xfrm>
        </p:grpSpPr>
        <p:pic>
          <p:nvPicPr>
            <p:cNvPr id="21" name="Grafik 20">
              <a:extLst>
                <a:ext uri="{FF2B5EF4-FFF2-40B4-BE49-F238E27FC236}">
                  <a16:creationId xmlns:a16="http://schemas.microsoft.com/office/drawing/2014/main" id="{9DCC61FB-ACB1-4B25-A1AC-79DE966C68DE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5056710" y="2685159"/>
              <a:ext cx="3987519" cy="3004983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Textfeld 21">
                  <a:extLst>
                    <a:ext uri="{FF2B5EF4-FFF2-40B4-BE49-F238E27FC236}">
                      <a16:creationId xmlns:a16="http://schemas.microsoft.com/office/drawing/2014/main" id="{BE6CD294-5553-EB62-E467-E7A00DF9AF3B}"/>
                    </a:ext>
                  </a:extLst>
                </p:cNvPr>
                <p:cNvSpPr txBox="1"/>
                <p:nvPr/>
              </p:nvSpPr>
              <p:spPr>
                <a:xfrm>
                  <a:off x="6530340" y="3772151"/>
                  <a:ext cx="2387907" cy="13572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de-DE" sz="4800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  <m:d>
                          <m:dPr>
                            <m:ctrlPr>
                              <a:rPr lang="de-DE" sz="48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de-DE" sz="48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</m:oMath>
                    </m:oMathPara>
                  </a14:m>
                  <a:endParaRPr lang="de-CH" sz="4800" dirty="0"/>
                </a:p>
              </p:txBody>
            </p:sp>
          </mc:Choice>
          <mc:Fallback xmlns="">
            <p:sp>
              <p:nvSpPr>
                <p:cNvPr id="22" name="Textfeld 21">
                  <a:extLst>
                    <a:ext uri="{FF2B5EF4-FFF2-40B4-BE49-F238E27FC236}">
                      <a16:creationId xmlns:a16="http://schemas.microsoft.com/office/drawing/2014/main" id="{BE6CD294-5553-EB62-E467-E7A00DF9AF3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530340" y="3772151"/>
                  <a:ext cx="2387907" cy="1357277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de-CH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feld 22">
                <a:extLst>
                  <a:ext uri="{FF2B5EF4-FFF2-40B4-BE49-F238E27FC236}">
                    <a16:creationId xmlns:a16="http://schemas.microsoft.com/office/drawing/2014/main" id="{28CB16A9-C19E-4D75-8B63-AFE42BA94DCC}"/>
                  </a:ext>
                </a:extLst>
              </p:cNvPr>
              <p:cNvSpPr txBox="1"/>
              <p:nvPr/>
            </p:nvSpPr>
            <p:spPr>
              <a:xfrm>
                <a:off x="5937286" y="820814"/>
                <a:ext cx="1087821" cy="369332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10</m:t>
                      </m:r>
                    </m:oMath>
                  </m:oMathPara>
                </a14:m>
                <a:endParaRPr lang="de-CH" dirty="0"/>
              </a:p>
            </p:txBody>
          </p:sp>
        </mc:Choice>
        <mc:Fallback xmlns="">
          <p:sp>
            <p:nvSpPr>
              <p:cNvPr id="23" name="Textfeld 22">
                <a:extLst>
                  <a:ext uri="{FF2B5EF4-FFF2-40B4-BE49-F238E27FC236}">
                    <a16:creationId xmlns:a16="http://schemas.microsoft.com/office/drawing/2014/main" id="{28CB16A9-C19E-4D75-8B63-AFE42BA94D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37286" y="820814"/>
                <a:ext cx="1087821" cy="36933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de-CH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feld 23">
                <a:extLst>
                  <a:ext uri="{FF2B5EF4-FFF2-40B4-BE49-F238E27FC236}">
                    <a16:creationId xmlns:a16="http://schemas.microsoft.com/office/drawing/2014/main" id="{ADDE618B-3573-2245-C42B-30C776F3CF12}"/>
                  </a:ext>
                </a:extLst>
              </p:cNvPr>
              <p:cNvSpPr txBox="1"/>
              <p:nvPr/>
            </p:nvSpPr>
            <p:spPr>
              <a:xfrm>
                <a:off x="5157469" y="813190"/>
                <a:ext cx="508024" cy="39074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de-DE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</m:oMath>
                </a14:m>
                <a:r>
                  <a:rPr lang="de-DE" dirty="0"/>
                  <a:t>:</a:t>
                </a:r>
                <a:endParaRPr lang="de-CH" dirty="0"/>
              </a:p>
            </p:txBody>
          </p:sp>
        </mc:Choice>
        <mc:Fallback xmlns="">
          <p:sp>
            <p:nvSpPr>
              <p:cNvPr id="24" name="Textfeld 23">
                <a:extLst>
                  <a:ext uri="{FF2B5EF4-FFF2-40B4-BE49-F238E27FC236}">
                    <a16:creationId xmlns:a16="http://schemas.microsoft.com/office/drawing/2014/main" id="{ADDE618B-3573-2245-C42B-30C776F3CF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57469" y="813190"/>
                <a:ext cx="508024" cy="390748"/>
              </a:xfrm>
              <a:prstGeom prst="rect">
                <a:avLst/>
              </a:prstGeom>
              <a:blipFill>
                <a:blip r:embed="rId12"/>
                <a:stretch>
                  <a:fillRect t="-6250" r="-9639" b="-20313"/>
                </a:stretch>
              </a:blipFill>
            </p:spPr>
            <p:txBody>
              <a:bodyPr/>
              <a:lstStyle/>
              <a:p>
                <a:r>
                  <a:rPr lang="de-CH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feld 24">
                <a:extLst>
                  <a:ext uri="{FF2B5EF4-FFF2-40B4-BE49-F238E27FC236}">
                    <a16:creationId xmlns:a16="http://schemas.microsoft.com/office/drawing/2014/main" id="{5FE6A32F-EF79-9C77-9C32-D4EA54F28B5B}"/>
                  </a:ext>
                </a:extLst>
              </p:cNvPr>
              <p:cNvSpPr txBox="1"/>
              <p:nvPr/>
            </p:nvSpPr>
            <p:spPr>
              <a:xfrm>
                <a:off x="5937286" y="1224411"/>
                <a:ext cx="1087821" cy="369332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5.8</m:t>
                      </m:r>
                    </m:oMath>
                  </m:oMathPara>
                </a14:m>
                <a:endParaRPr lang="de-CH" dirty="0"/>
              </a:p>
            </p:txBody>
          </p:sp>
        </mc:Choice>
        <mc:Fallback xmlns="">
          <p:sp>
            <p:nvSpPr>
              <p:cNvPr id="25" name="Textfeld 24">
                <a:extLst>
                  <a:ext uri="{FF2B5EF4-FFF2-40B4-BE49-F238E27FC236}">
                    <a16:creationId xmlns:a16="http://schemas.microsoft.com/office/drawing/2014/main" id="{5FE6A32F-EF79-9C77-9C32-D4EA54F28B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37286" y="1224411"/>
                <a:ext cx="1087821" cy="369332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de-CH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feld 25">
                <a:extLst>
                  <a:ext uri="{FF2B5EF4-FFF2-40B4-BE49-F238E27FC236}">
                    <a16:creationId xmlns:a16="http://schemas.microsoft.com/office/drawing/2014/main" id="{BDCEC572-976B-910E-74C3-00A01E267E1F}"/>
                  </a:ext>
                </a:extLst>
              </p:cNvPr>
              <p:cNvSpPr txBox="1"/>
              <p:nvPr/>
            </p:nvSpPr>
            <p:spPr>
              <a:xfrm>
                <a:off x="5157469" y="1216787"/>
                <a:ext cx="43486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de-DE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de-DE" dirty="0"/>
                  <a:t>:</a:t>
                </a:r>
                <a:endParaRPr lang="de-CH" dirty="0"/>
              </a:p>
            </p:txBody>
          </p:sp>
        </mc:Choice>
        <mc:Fallback xmlns="">
          <p:sp>
            <p:nvSpPr>
              <p:cNvPr id="26" name="Textfeld 25">
                <a:extLst>
                  <a:ext uri="{FF2B5EF4-FFF2-40B4-BE49-F238E27FC236}">
                    <a16:creationId xmlns:a16="http://schemas.microsoft.com/office/drawing/2014/main" id="{BDCEC572-976B-910E-74C3-00A01E267E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57469" y="1216787"/>
                <a:ext cx="434863" cy="369332"/>
              </a:xfrm>
              <a:prstGeom prst="rect">
                <a:avLst/>
              </a:prstGeom>
              <a:blipFill>
                <a:blip r:embed="rId14"/>
                <a:stretch>
                  <a:fillRect t="-10000" r="-11268" b="-26667"/>
                </a:stretch>
              </a:blipFill>
            </p:spPr>
            <p:txBody>
              <a:bodyPr/>
              <a:lstStyle/>
              <a:p>
                <a:r>
                  <a:rPr lang="de-CH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feld 26">
                <a:extLst>
                  <a:ext uri="{FF2B5EF4-FFF2-40B4-BE49-F238E27FC236}">
                    <a16:creationId xmlns:a16="http://schemas.microsoft.com/office/drawing/2014/main" id="{A5113403-2D94-AE33-831E-82757BE237AF}"/>
                  </a:ext>
                </a:extLst>
              </p:cNvPr>
              <p:cNvSpPr txBox="1"/>
              <p:nvPr/>
            </p:nvSpPr>
            <p:spPr>
              <a:xfrm>
                <a:off x="5937286" y="1620914"/>
                <a:ext cx="1087821" cy="369332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3.8</m:t>
                      </m:r>
                    </m:oMath>
                  </m:oMathPara>
                </a14:m>
                <a:endParaRPr lang="de-CH" dirty="0"/>
              </a:p>
            </p:txBody>
          </p:sp>
        </mc:Choice>
        <mc:Fallback xmlns="">
          <p:sp>
            <p:nvSpPr>
              <p:cNvPr id="27" name="Textfeld 26">
                <a:extLst>
                  <a:ext uri="{FF2B5EF4-FFF2-40B4-BE49-F238E27FC236}">
                    <a16:creationId xmlns:a16="http://schemas.microsoft.com/office/drawing/2014/main" id="{A5113403-2D94-AE33-831E-82757BE237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37286" y="1620914"/>
                <a:ext cx="1087821" cy="369332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de-CH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feld 27">
                <a:extLst>
                  <a:ext uri="{FF2B5EF4-FFF2-40B4-BE49-F238E27FC236}">
                    <a16:creationId xmlns:a16="http://schemas.microsoft.com/office/drawing/2014/main" id="{AA28C1E9-8E30-73F9-DC03-854C71DA67ED}"/>
                  </a:ext>
                </a:extLst>
              </p:cNvPr>
              <p:cNvSpPr txBox="1"/>
              <p:nvPr/>
            </p:nvSpPr>
            <p:spPr>
              <a:xfrm>
                <a:off x="5157469" y="1613290"/>
                <a:ext cx="48250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de-DE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sub>
                    </m:sSub>
                  </m:oMath>
                </a14:m>
                <a:r>
                  <a:rPr lang="de-DE" dirty="0"/>
                  <a:t>:</a:t>
                </a:r>
                <a:endParaRPr lang="de-CH" dirty="0"/>
              </a:p>
            </p:txBody>
          </p:sp>
        </mc:Choice>
        <mc:Fallback xmlns="">
          <p:sp>
            <p:nvSpPr>
              <p:cNvPr id="28" name="Textfeld 27">
                <a:extLst>
                  <a:ext uri="{FF2B5EF4-FFF2-40B4-BE49-F238E27FC236}">
                    <a16:creationId xmlns:a16="http://schemas.microsoft.com/office/drawing/2014/main" id="{AA28C1E9-8E30-73F9-DC03-854C71DA67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57469" y="1613290"/>
                <a:ext cx="482504" cy="369332"/>
              </a:xfrm>
              <a:prstGeom prst="rect">
                <a:avLst/>
              </a:prstGeom>
              <a:blipFill>
                <a:blip r:embed="rId16"/>
                <a:stretch>
                  <a:fillRect t="-10000" r="-10127" b="-26667"/>
                </a:stretch>
              </a:blipFill>
            </p:spPr>
            <p:txBody>
              <a:bodyPr/>
              <a:lstStyle/>
              <a:p>
                <a:r>
                  <a:rPr lang="de-CH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Textfeld 28">
            <a:extLst>
              <a:ext uri="{FF2B5EF4-FFF2-40B4-BE49-F238E27FC236}">
                <a16:creationId xmlns:a16="http://schemas.microsoft.com/office/drawing/2014/main" id="{12CE5774-24CB-8600-87FD-0B514998642B}"/>
              </a:ext>
            </a:extLst>
          </p:cNvPr>
          <p:cNvSpPr txBox="1"/>
          <p:nvPr/>
        </p:nvSpPr>
        <p:spPr>
          <a:xfrm>
            <a:off x="5111910" y="2364401"/>
            <a:ext cx="17011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Führungssprung</a:t>
            </a:r>
            <a:endParaRPr lang="de-CH" dirty="0"/>
          </a:p>
        </p:txBody>
      </p:sp>
      <p:sp>
        <p:nvSpPr>
          <p:cNvPr id="30" name="Rechteck 29">
            <a:extLst>
              <a:ext uri="{FF2B5EF4-FFF2-40B4-BE49-F238E27FC236}">
                <a16:creationId xmlns:a16="http://schemas.microsoft.com/office/drawing/2014/main" id="{59AAB2CD-EFEE-BBB0-95CC-5CA47D7302A1}"/>
              </a:ext>
            </a:extLst>
          </p:cNvPr>
          <p:cNvSpPr/>
          <p:nvPr/>
        </p:nvSpPr>
        <p:spPr>
          <a:xfrm>
            <a:off x="4820248" y="2403236"/>
            <a:ext cx="291662" cy="291662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dirty="0">
                <a:solidFill>
                  <a:schemeClr val="tx1"/>
                </a:solidFill>
              </a:rPr>
              <a:t>X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feld 30">
                <a:extLst>
                  <a:ext uri="{FF2B5EF4-FFF2-40B4-BE49-F238E27FC236}">
                    <a16:creationId xmlns:a16="http://schemas.microsoft.com/office/drawing/2014/main" id="{62CA3F0C-D9CD-5D21-27FF-15C2D23C4B3D}"/>
                  </a:ext>
                </a:extLst>
              </p:cNvPr>
              <p:cNvSpPr txBox="1"/>
              <p:nvPr/>
            </p:nvSpPr>
            <p:spPr>
              <a:xfrm>
                <a:off x="6840586" y="2364401"/>
                <a:ext cx="209583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𝑢</m:t>
                      </m:r>
                      <m:d>
                        <m:dPr>
                          <m:ctrlPr>
                            <a:rPr lang="de-DE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DE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de-DE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=1⋅</m:t>
                      </m:r>
                      <m:r>
                        <a:rPr lang="de-DE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𝜎</m:t>
                      </m:r>
                      <m:d>
                        <m:dPr>
                          <m:ctrlPr>
                            <a:rPr lang="de-DE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DE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de-DE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</m:oMath>
                  </m:oMathPara>
                </a14:m>
                <a:endParaRPr lang="de-CH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1" name="Textfeld 30">
                <a:extLst>
                  <a:ext uri="{FF2B5EF4-FFF2-40B4-BE49-F238E27FC236}">
                    <a16:creationId xmlns:a16="http://schemas.microsoft.com/office/drawing/2014/main" id="{62CA3F0C-D9CD-5D21-27FF-15C2D23C4B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40586" y="2364401"/>
                <a:ext cx="2095830" cy="369332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CH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" name="Textfeld 31">
            <a:extLst>
              <a:ext uri="{FF2B5EF4-FFF2-40B4-BE49-F238E27FC236}">
                <a16:creationId xmlns:a16="http://schemas.microsoft.com/office/drawing/2014/main" id="{1C3D1026-FFA3-82E3-7E58-F235F4A11167}"/>
              </a:ext>
            </a:extLst>
          </p:cNvPr>
          <p:cNvSpPr txBox="1"/>
          <p:nvPr/>
        </p:nvSpPr>
        <p:spPr>
          <a:xfrm>
            <a:off x="4820248" y="2055294"/>
            <a:ext cx="10937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Anregung</a:t>
            </a:r>
            <a:endParaRPr lang="de-CH" dirty="0"/>
          </a:p>
        </p:txBody>
      </p:sp>
      <p:sp>
        <p:nvSpPr>
          <p:cNvPr id="33" name="Textfeld 32">
            <a:extLst>
              <a:ext uri="{FF2B5EF4-FFF2-40B4-BE49-F238E27FC236}">
                <a16:creationId xmlns:a16="http://schemas.microsoft.com/office/drawing/2014/main" id="{106AC7B8-8B09-79C6-E04B-B167E0D64B1E}"/>
              </a:ext>
            </a:extLst>
          </p:cNvPr>
          <p:cNvSpPr txBox="1"/>
          <p:nvPr/>
        </p:nvSpPr>
        <p:spPr>
          <a:xfrm>
            <a:off x="5111910" y="2786785"/>
            <a:ext cx="11662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 err="1"/>
              <a:t>Störgrösse</a:t>
            </a:r>
            <a:endParaRPr lang="de-CH" dirty="0"/>
          </a:p>
        </p:txBody>
      </p:sp>
      <p:sp>
        <p:nvSpPr>
          <p:cNvPr id="34" name="Rechteck 33">
            <a:extLst>
              <a:ext uri="{FF2B5EF4-FFF2-40B4-BE49-F238E27FC236}">
                <a16:creationId xmlns:a16="http://schemas.microsoft.com/office/drawing/2014/main" id="{9310DECD-7947-C7DE-CD0B-3EBA8911B7A6}"/>
              </a:ext>
            </a:extLst>
          </p:cNvPr>
          <p:cNvSpPr/>
          <p:nvPr/>
        </p:nvSpPr>
        <p:spPr>
          <a:xfrm>
            <a:off x="4820248" y="2825620"/>
            <a:ext cx="291662" cy="291662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dirty="0">
                <a:solidFill>
                  <a:schemeClr val="tx1"/>
                </a:solidFill>
              </a:rPr>
              <a:t>X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feld 34">
                <a:extLst>
                  <a:ext uri="{FF2B5EF4-FFF2-40B4-BE49-F238E27FC236}">
                    <a16:creationId xmlns:a16="http://schemas.microsoft.com/office/drawing/2014/main" id="{0E18CD3C-D7C5-CF46-8A05-BE94C73917C0}"/>
                  </a:ext>
                </a:extLst>
              </p:cNvPr>
              <p:cNvSpPr txBox="1"/>
              <p:nvPr/>
            </p:nvSpPr>
            <p:spPr>
              <a:xfrm>
                <a:off x="6840586" y="2786785"/>
                <a:ext cx="209583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𝑙</m:t>
                      </m:r>
                      <m:d>
                        <m:dPr>
                          <m:ctrlPr>
                            <a:rPr lang="de-DE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DE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de-DE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=1⋅</m:t>
                      </m:r>
                      <m:r>
                        <a:rPr lang="de-DE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𝜎</m:t>
                      </m:r>
                      <m:d>
                        <m:dPr>
                          <m:ctrlPr>
                            <a:rPr lang="de-DE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DE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de-DE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</m:oMath>
                  </m:oMathPara>
                </a14:m>
                <a:endParaRPr lang="de-CH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5" name="Textfeld 34">
                <a:extLst>
                  <a:ext uri="{FF2B5EF4-FFF2-40B4-BE49-F238E27FC236}">
                    <a16:creationId xmlns:a16="http://schemas.microsoft.com/office/drawing/2014/main" id="{0E18CD3C-D7C5-CF46-8A05-BE94C73917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40586" y="2786785"/>
                <a:ext cx="2095830" cy="369332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CH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" name="Textfeld 35">
            <a:extLst>
              <a:ext uri="{FF2B5EF4-FFF2-40B4-BE49-F238E27FC236}">
                <a16:creationId xmlns:a16="http://schemas.microsoft.com/office/drawing/2014/main" id="{5552B274-D901-D792-6554-C21C03D0E7D4}"/>
              </a:ext>
            </a:extLst>
          </p:cNvPr>
          <p:cNvSpPr txBox="1"/>
          <p:nvPr/>
        </p:nvSpPr>
        <p:spPr>
          <a:xfrm>
            <a:off x="5111910" y="3170334"/>
            <a:ext cx="17011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 err="1"/>
              <a:t>Messstörgrösse</a:t>
            </a:r>
            <a:endParaRPr lang="de-CH" dirty="0"/>
          </a:p>
        </p:txBody>
      </p:sp>
      <p:sp>
        <p:nvSpPr>
          <p:cNvPr id="37" name="Rechteck 36">
            <a:extLst>
              <a:ext uri="{FF2B5EF4-FFF2-40B4-BE49-F238E27FC236}">
                <a16:creationId xmlns:a16="http://schemas.microsoft.com/office/drawing/2014/main" id="{FF99D7F1-06D4-3642-7DEE-BDE31D7E40C4}"/>
              </a:ext>
            </a:extLst>
          </p:cNvPr>
          <p:cNvSpPr/>
          <p:nvPr/>
        </p:nvSpPr>
        <p:spPr>
          <a:xfrm>
            <a:off x="4820248" y="3209169"/>
            <a:ext cx="291662" cy="291662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dirty="0">
                <a:solidFill>
                  <a:schemeClr val="tx1"/>
                </a:solidFill>
              </a:rPr>
              <a:t>X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feld 37">
                <a:extLst>
                  <a:ext uri="{FF2B5EF4-FFF2-40B4-BE49-F238E27FC236}">
                    <a16:creationId xmlns:a16="http://schemas.microsoft.com/office/drawing/2014/main" id="{B6834C5B-82DF-B342-87E4-4E49131E7AB0}"/>
                  </a:ext>
                </a:extLst>
              </p:cNvPr>
              <p:cNvSpPr txBox="1"/>
              <p:nvPr/>
            </p:nvSpPr>
            <p:spPr>
              <a:xfrm>
                <a:off x="6840586" y="3170334"/>
                <a:ext cx="209583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d>
                        <m:dPr>
                          <m:ctrlPr>
                            <a:rPr lang="de-DE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DE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de-DE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=1⋅</m:t>
                      </m:r>
                      <m:r>
                        <a:rPr lang="de-DE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𝜎</m:t>
                      </m:r>
                      <m:d>
                        <m:dPr>
                          <m:ctrlPr>
                            <a:rPr lang="de-DE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DE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de-DE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</m:oMath>
                  </m:oMathPara>
                </a14:m>
                <a:endParaRPr lang="de-CH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8" name="Textfeld 37">
                <a:extLst>
                  <a:ext uri="{FF2B5EF4-FFF2-40B4-BE49-F238E27FC236}">
                    <a16:creationId xmlns:a16="http://schemas.microsoft.com/office/drawing/2014/main" id="{B6834C5B-82DF-B342-87E4-4E49131E7A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40586" y="3170334"/>
                <a:ext cx="2095830" cy="369332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CH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feld 38">
                <a:extLst>
                  <a:ext uri="{FF2B5EF4-FFF2-40B4-BE49-F238E27FC236}">
                    <a16:creationId xmlns:a16="http://schemas.microsoft.com/office/drawing/2014/main" id="{83A946C9-0B63-08C6-AC96-809E47006918}"/>
                  </a:ext>
                </a:extLst>
              </p:cNvPr>
              <p:cNvSpPr txBox="1"/>
              <p:nvPr/>
            </p:nvSpPr>
            <p:spPr>
              <a:xfrm>
                <a:off x="6474776" y="3629461"/>
                <a:ext cx="1087821" cy="369332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de-CH" dirty="0"/>
              </a:p>
            </p:txBody>
          </p:sp>
        </mc:Choice>
        <mc:Fallback xmlns="">
          <p:sp>
            <p:nvSpPr>
              <p:cNvPr id="39" name="Textfeld 38">
                <a:extLst>
                  <a:ext uri="{FF2B5EF4-FFF2-40B4-BE49-F238E27FC236}">
                    <a16:creationId xmlns:a16="http://schemas.microsoft.com/office/drawing/2014/main" id="{83A946C9-0B63-08C6-AC96-809E470069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74776" y="3629461"/>
                <a:ext cx="1087821" cy="369332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de-CH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feld 39">
                <a:extLst>
                  <a:ext uri="{FF2B5EF4-FFF2-40B4-BE49-F238E27FC236}">
                    <a16:creationId xmlns:a16="http://schemas.microsoft.com/office/drawing/2014/main" id="{8E0A023C-B342-D0CF-8D73-5FDDB2E1EDEB}"/>
                  </a:ext>
                </a:extLst>
              </p:cNvPr>
              <p:cNvSpPr txBox="1"/>
              <p:nvPr/>
            </p:nvSpPr>
            <p:spPr>
              <a:xfrm>
                <a:off x="6075671" y="3613696"/>
                <a:ext cx="43717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de-DE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de-DE" dirty="0"/>
                  <a:t>:</a:t>
                </a:r>
                <a:endParaRPr lang="de-CH" dirty="0"/>
              </a:p>
            </p:txBody>
          </p:sp>
        </mc:Choice>
        <mc:Fallback xmlns="">
          <p:sp>
            <p:nvSpPr>
              <p:cNvPr id="40" name="Textfeld 39">
                <a:extLst>
                  <a:ext uri="{FF2B5EF4-FFF2-40B4-BE49-F238E27FC236}">
                    <a16:creationId xmlns:a16="http://schemas.microsoft.com/office/drawing/2014/main" id="{8E0A023C-B342-D0CF-8D73-5FDDB2E1ED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75671" y="3613696"/>
                <a:ext cx="437171" cy="369332"/>
              </a:xfrm>
              <a:prstGeom prst="rect">
                <a:avLst/>
              </a:prstGeom>
              <a:blipFill>
                <a:blip r:embed="rId21"/>
                <a:stretch>
                  <a:fillRect t="-10000" r="-11268" b="-26667"/>
                </a:stretch>
              </a:blipFill>
            </p:spPr>
            <p:txBody>
              <a:bodyPr/>
              <a:lstStyle/>
              <a:p>
                <a:r>
                  <a:rPr lang="de-CH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feld 40">
                <a:extLst>
                  <a:ext uri="{FF2B5EF4-FFF2-40B4-BE49-F238E27FC236}">
                    <a16:creationId xmlns:a16="http://schemas.microsoft.com/office/drawing/2014/main" id="{E5114839-9197-9F15-BC31-B718028B5510}"/>
                  </a:ext>
                </a:extLst>
              </p:cNvPr>
              <p:cNvSpPr txBox="1"/>
              <p:nvPr/>
            </p:nvSpPr>
            <p:spPr>
              <a:xfrm>
                <a:off x="8232635" y="3615989"/>
                <a:ext cx="1087821" cy="369332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10</m:t>
                      </m:r>
                    </m:oMath>
                  </m:oMathPara>
                </a14:m>
                <a:endParaRPr lang="de-CH" dirty="0"/>
              </a:p>
            </p:txBody>
          </p:sp>
        </mc:Choice>
        <mc:Fallback xmlns="">
          <p:sp>
            <p:nvSpPr>
              <p:cNvPr id="41" name="Textfeld 40">
                <a:extLst>
                  <a:ext uri="{FF2B5EF4-FFF2-40B4-BE49-F238E27FC236}">
                    <a16:creationId xmlns:a16="http://schemas.microsoft.com/office/drawing/2014/main" id="{E5114839-9197-9F15-BC31-B718028B55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32635" y="3615989"/>
                <a:ext cx="1087821" cy="369332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de-CH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feld 41">
                <a:extLst>
                  <a:ext uri="{FF2B5EF4-FFF2-40B4-BE49-F238E27FC236}">
                    <a16:creationId xmlns:a16="http://schemas.microsoft.com/office/drawing/2014/main" id="{C26D07E4-19AE-6560-66B5-9CBFE319D98C}"/>
                  </a:ext>
                </a:extLst>
              </p:cNvPr>
              <p:cNvSpPr txBox="1"/>
              <p:nvPr/>
            </p:nvSpPr>
            <p:spPr>
              <a:xfrm>
                <a:off x="7833530" y="3600224"/>
                <a:ext cx="44249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de-DE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de-DE" dirty="0"/>
                  <a:t>:</a:t>
                </a:r>
                <a:endParaRPr lang="de-CH" dirty="0"/>
              </a:p>
            </p:txBody>
          </p:sp>
        </mc:Choice>
        <mc:Fallback xmlns="">
          <p:sp>
            <p:nvSpPr>
              <p:cNvPr id="42" name="Textfeld 41">
                <a:extLst>
                  <a:ext uri="{FF2B5EF4-FFF2-40B4-BE49-F238E27FC236}">
                    <a16:creationId xmlns:a16="http://schemas.microsoft.com/office/drawing/2014/main" id="{C26D07E4-19AE-6560-66B5-9CBFE319D9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33530" y="3600224"/>
                <a:ext cx="442493" cy="369332"/>
              </a:xfrm>
              <a:prstGeom prst="rect">
                <a:avLst/>
              </a:prstGeom>
              <a:blipFill>
                <a:blip r:embed="rId23"/>
                <a:stretch>
                  <a:fillRect t="-10000" r="-10959" b="-26667"/>
                </a:stretch>
              </a:blipFill>
            </p:spPr>
            <p:txBody>
              <a:bodyPr/>
              <a:lstStyle/>
              <a:p>
                <a:r>
                  <a:rPr lang="de-CH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3" name="Textfeld 42">
            <a:extLst>
              <a:ext uri="{FF2B5EF4-FFF2-40B4-BE49-F238E27FC236}">
                <a16:creationId xmlns:a16="http://schemas.microsoft.com/office/drawing/2014/main" id="{E881AE7D-D516-B826-A67B-03527A2F995E}"/>
              </a:ext>
            </a:extLst>
          </p:cNvPr>
          <p:cNvSpPr txBox="1"/>
          <p:nvPr/>
        </p:nvSpPr>
        <p:spPr>
          <a:xfrm>
            <a:off x="4472090" y="3629461"/>
            <a:ext cx="16035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Simulationszeit</a:t>
            </a:r>
            <a:endParaRPr lang="de-CH" dirty="0"/>
          </a:p>
        </p:txBody>
      </p:sp>
      <p:sp>
        <p:nvSpPr>
          <p:cNvPr id="3" name="Ellipse 2">
            <a:hlinkClick r:id="rId24" action="ppaction://hlinksldjump"/>
            <a:extLst>
              <a:ext uri="{FF2B5EF4-FFF2-40B4-BE49-F238E27FC236}">
                <a16:creationId xmlns:a16="http://schemas.microsoft.com/office/drawing/2014/main" id="{825F2D31-3C55-D0F8-4B2B-5671E450C687}"/>
              </a:ext>
            </a:extLst>
          </p:cNvPr>
          <p:cNvSpPr/>
          <p:nvPr/>
        </p:nvSpPr>
        <p:spPr>
          <a:xfrm>
            <a:off x="2976671" y="5933982"/>
            <a:ext cx="550015" cy="405636"/>
          </a:xfrm>
          <a:prstGeom prst="ellipse">
            <a:avLst/>
          </a:prstGeom>
          <a:solidFill>
            <a:srgbClr val="4472C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&lt;</a:t>
            </a:r>
            <a:endParaRPr lang="de-CH" dirty="0"/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0165BAD4-6104-0147-A9DF-02A12266DB74}"/>
              </a:ext>
            </a:extLst>
          </p:cNvPr>
          <p:cNvSpPr txBox="1"/>
          <p:nvPr/>
        </p:nvSpPr>
        <p:spPr>
          <a:xfrm>
            <a:off x="8929212" y="2500111"/>
            <a:ext cx="244137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050" dirty="0"/>
              <a:t>Link zu Anregung?</a:t>
            </a:r>
          </a:p>
          <a:p>
            <a:r>
              <a:rPr lang="de-DE" sz="1050" dirty="0"/>
              <a:t>Gleiche View die Funktionen für PSO und Auswertung</a:t>
            </a:r>
            <a:r>
              <a:rPr lang="de-CH" sz="1050" dirty="0"/>
              <a:t> oder Anregung für PSO und für Auswertung unabhängig voneinander</a:t>
            </a:r>
            <a:endParaRPr lang="de-DE" sz="1050" dirty="0"/>
          </a:p>
        </p:txBody>
      </p:sp>
    </p:spTree>
    <p:extLst>
      <p:ext uri="{BB962C8B-B14F-4D97-AF65-F5344CB8AC3E}">
        <p14:creationId xmlns:p14="http://schemas.microsoft.com/office/powerpoint/2010/main" val="1219020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8301BE-6FA3-6CB1-2854-9B5A35F8D4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>
            <a:extLst>
              <a:ext uri="{FF2B5EF4-FFF2-40B4-BE49-F238E27FC236}">
                <a16:creationId xmlns:a16="http://schemas.microsoft.com/office/drawing/2014/main" id="{EE005962-E61D-A95B-A2B5-634F151C2713}"/>
              </a:ext>
            </a:extLst>
          </p:cNvPr>
          <p:cNvSpPr/>
          <p:nvPr/>
        </p:nvSpPr>
        <p:spPr>
          <a:xfrm>
            <a:off x="786962" y="248307"/>
            <a:ext cx="10618076" cy="6361386"/>
          </a:xfrm>
          <a:prstGeom prst="rect">
            <a:avLst/>
          </a:prstGeom>
          <a:noFill/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51946B31-5FD7-9E62-E173-AC938CDB75A3}"/>
              </a:ext>
            </a:extLst>
          </p:cNvPr>
          <p:cNvSpPr/>
          <p:nvPr/>
        </p:nvSpPr>
        <p:spPr>
          <a:xfrm>
            <a:off x="786962" y="248307"/>
            <a:ext cx="1908941" cy="636138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6" name="Rechteck: abgerundete Ecken 5">
            <a:extLst>
              <a:ext uri="{FF2B5EF4-FFF2-40B4-BE49-F238E27FC236}">
                <a16:creationId xmlns:a16="http://schemas.microsoft.com/office/drawing/2014/main" id="{AC2EDFAD-2268-B06F-2427-313BA3F7DDA9}"/>
              </a:ext>
            </a:extLst>
          </p:cNvPr>
          <p:cNvSpPr/>
          <p:nvPr/>
        </p:nvSpPr>
        <p:spPr>
          <a:xfrm>
            <a:off x="786962" y="945931"/>
            <a:ext cx="1908941" cy="536028"/>
          </a:xfrm>
          <a:prstGeom prst="roundRect">
            <a:avLst/>
          </a:prstGeom>
          <a:solidFill>
            <a:srgbClr val="B4C7E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Regelstrecke</a:t>
            </a:r>
            <a:endParaRPr lang="de-CH" dirty="0"/>
          </a:p>
        </p:txBody>
      </p:sp>
      <p:sp>
        <p:nvSpPr>
          <p:cNvPr id="7" name="Rechteck: abgerundete Ecken 6">
            <a:extLst>
              <a:ext uri="{FF2B5EF4-FFF2-40B4-BE49-F238E27FC236}">
                <a16:creationId xmlns:a16="http://schemas.microsoft.com/office/drawing/2014/main" id="{9DB12D0C-36D5-EEAF-BB46-D8D56D01DC44}"/>
              </a:ext>
            </a:extLst>
          </p:cNvPr>
          <p:cNvSpPr/>
          <p:nvPr/>
        </p:nvSpPr>
        <p:spPr>
          <a:xfrm>
            <a:off x="786962" y="1481959"/>
            <a:ext cx="1908941" cy="536028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Anregung</a:t>
            </a:r>
            <a:endParaRPr lang="de-CH" dirty="0"/>
          </a:p>
        </p:txBody>
      </p:sp>
      <p:sp>
        <p:nvSpPr>
          <p:cNvPr id="8" name="Rechteck: abgerundete Ecken 7">
            <a:extLst>
              <a:ext uri="{FF2B5EF4-FFF2-40B4-BE49-F238E27FC236}">
                <a16:creationId xmlns:a16="http://schemas.microsoft.com/office/drawing/2014/main" id="{7149D802-7845-FAB3-066D-6CDDC982E7A9}"/>
              </a:ext>
            </a:extLst>
          </p:cNvPr>
          <p:cNvSpPr/>
          <p:nvPr/>
        </p:nvSpPr>
        <p:spPr>
          <a:xfrm>
            <a:off x="786962" y="2017987"/>
            <a:ext cx="1908941" cy="536028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PSO</a:t>
            </a:r>
            <a:endParaRPr lang="de-CH" dirty="0"/>
          </a:p>
        </p:txBody>
      </p:sp>
      <p:sp>
        <p:nvSpPr>
          <p:cNvPr id="9" name="Rechteck: abgerundete Ecken 8">
            <a:extLst>
              <a:ext uri="{FF2B5EF4-FFF2-40B4-BE49-F238E27FC236}">
                <a16:creationId xmlns:a16="http://schemas.microsoft.com/office/drawing/2014/main" id="{2628FC24-CCBB-F29A-279F-124F74196554}"/>
              </a:ext>
            </a:extLst>
          </p:cNvPr>
          <p:cNvSpPr/>
          <p:nvPr/>
        </p:nvSpPr>
        <p:spPr>
          <a:xfrm>
            <a:off x="786961" y="2554015"/>
            <a:ext cx="1908941" cy="536028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Auswertung</a:t>
            </a:r>
            <a:endParaRPr lang="de-CH" dirty="0"/>
          </a:p>
        </p:txBody>
      </p:sp>
      <p:pic>
        <p:nvPicPr>
          <p:cNvPr id="1028" name="Picture 4" descr="Png File - Settings Icon, Transparent Png - 980x982(#857091) - PngFind">
            <a:extLst>
              <a:ext uri="{FF2B5EF4-FFF2-40B4-BE49-F238E27FC236}">
                <a16:creationId xmlns:a16="http://schemas.microsoft.com/office/drawing/2014/main" id="{5CF3D038-3312-DB82-006A-7C8140E453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0" b="100000" l="0" r="100000">
                        <a14:foregroundMark x1="46119" y1="31304" x2="46119" y2="3130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1248" y="6081392"/>
            <a:ext cx="435172" cy="4570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feld 1">
            <a:extLst>
              <a:ext uri="{FF2B5EF4-FFF2-40B4-BE49-F238E27FC236}">
                <a16:creationId xmlns:a16="http://schemas.microsoft.com/office/drawing/2014/main" id="{2F529AF3-AFC1-A34A-C33B-62E515EDB187}"/>
              </a:ext>
            </a:extLst>
          </p:cNvPr>
          <p:cNvSpPr txBox="1"/>
          <p:nvPr/>
        </p:nvSpPr>
        <p:spPr>
          <a:xfrm>
            <a:off x="5630485" y="1749973"/>
            <a:ext cx="9333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Sprache</a:t>
            </a:r>
            <a:endParaRPr lang="de-CH" dirty="0"/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656DAF18-098D-6887-74BD-F0BA4ECC752A}"/>
              </a:ext>
            </a:extLst>
          </p:cNvPr>
          <p:cNvSpPr txBox="1"/>
          <p:nvPr/>
        </p:nvSpPr>
        <p:spPr>
          <a:xfrm>
            <a:off x="5801108" y="2802219"/>
            <a:ext cx="7627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Solver</a:t>
            </a:r>
            <a:endParaRPr lang="de-CH" dirty="0"/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B8FEF213-4726-6EB5-8E88-ABE891F50F3A}"/>
              </a:ext>
            </a:extLst>
          </p:cNvPr>
          <p:cNvSpPr txBox="1"/>
          <p:nvPr/>
        </p:nvSpPr>
        <p:spPr>
          <a:xfrm>
            <a:off x="5436905" y="3378548"/>
            <a:ext cx="11269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Zeitschritt</a:t>
            </a:r>
            <a:endParaRPr lang="de-CH" dirty="0"/>
          </a:p>
        </p:txBody>
      </p:sp>
      <p:grpSp>
        <p:nvGrpSpPr>
          <p:cNvPr id="21" name="Gruppieren 20">
            <a:extLst>
              <a:ext uri="{FF2B5EF4-FFF2-40B4-BE49-F238E27FC236}">
                <a16:creationId xmlns:a16="http://schemas.microsoft.com/office/drawing/2014/main" id="{719536F4-F385-F20D-EAD5-34154DB93ED6}"/>
              </a:ext>
            </a:extLst>
          </p:cNvPr>
          <p:cNvGrpSpPr/>
          <p:nvPr/>
        </p:nvGrpSpPr>
        <p:grpSpPr>
          <a:xfrm>
            <a:off x="6936827" y="1686910"/>
            <a:ext cx="1254123" cy="472965"/>
            <a:chOff x="6936827" y="1686910"/>
            <a:chExt cx="1254123" cy="472965"/>
          </a:xfrm>
        </p:grpSpPr>
        <p:sp>
          <p:nvSpPr>
            <p:cNvPr id="18" name="Rechteck 17">
              <a:extLst>
                <a:ext uri="{FF2B5EF4-FFF2-40B4-BE49-F238E27FC236}">
                  <a16:creationId xmlns:a16="http://schemas.microsoft.com/office/drawing/2014/main" id="{63687020-57E2-BFDD-87FB-8ECC61C53ECA}"/>
                </a:ext>
              </a:extLst>
            </p:cNvPr>
            <p:cNvSpPr/>
            <p:nvPr/>
          </p:nvSpPr>
          <p:spPr>
            <a:xfrm>
              <a:off x="6936827" y="1686910"/>
              <a:ext cx="1213945" cy="472965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de-DE" dirty="0">
                  <a:solidFill>
                    <a:schemeClr val="tx1"/>
                  </a:solidFill>
                </a:rPr>
                <a:t>Deutsch</a:t>
              </a:r>
              <a:endParaRPr lang="de-CH" dirty="0">
                <a:solidFill>
                  <a:schemeClr val="tx1"/>
                </a:solidFill>
              </a:endParaRPr>
            </a:p>
          </p:txBody>
        </p:sp>
        <p:sp>
          <p:nvSpPr>
            <p:cNvPr id="20" name="Textfeld 19">
              <a:extLst>
                <a:ext uri="{FF2B5EF4-FFF2-40B4-BE49-F238E27FC236}">
                  <a16:creationId xmlns:a16="http://schemas.microsoft.com/office/drawing/2014/main" id="{7372D378-F2F1-8EEB-F5EE-DBE14488B863}"/>
                </a:ext>
              </a:extLst>
            </p:cNvPr>
            <p:cNvSpPr txBox="1"/>
            <p:nvPr/>
          </p:nvSpPr>
          <p:spPr>
            <a:xfrm rot="16200000">
              <a:off x="7856243" y="1749973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dirty="0"/>
                <a:t>&lt;</a:t>
              </a:r>
              <a:endParaRPr lang="de-CH" dirty="0"/>
            </a:p>
          </p:txBody>
        </p:sp>
      </p:grpSp>
      <p:grpSp>
        <p:nvGrpSpPr>
          <p:cNvPr id="22" name="Gruppieren 21">
            <a:extLst>
              <a:ext uri="{FF2B5EF4-FFF2-40B4-BE49-F238E27FC236}">
                <a16:creationId xmlns:a16="http://schemas.microsoft.com/office/drawing/2014/main" id="{05A59235-5005-9571-283A-B6327D39C39C}"/>
              </a:ext>
            </a:extLst>
          </p:cNvPr>
          <p:cNvGrpSpPr/>
          <p:nvPr/>
        </p:nvGrpSpPr>
        <p:grpSpPr>
          <a:xfrm>
            <a:off x="6936827" y="2732429"/>
            <a:ext cx="1254123" cy="472965"/>
            <a:chOff x="6936827" y="1686910"/>
            <a:chExt cx="1254123" cy="472965"/>
          </a:xfrm>
        </p:grpSpPr>
        <p:sp>
          <p:nvSpPr>
            <p:cNvPr id="23" name="Rechteck 22">
              <a:extLst>
                <a:ext uri="{FF2B5EF4-FFF2-40B4-BE49-F238E27FC236}">
                  <a16:creationId xmlns:a16="http://schemas.microsoft.com/office/drawing/2014/main" id="{F514C980-7C72-0BDA-8BCA-CD8254605197}"/>
                </a:ext>
              </a:extLst>
            </p:cNvPr>
            <p:cNvSpPr/>
            <p:nvPr/>
          </p:nvSpPr>
          <p:spPr>
            <a:xfrm>
              <a:off x="6936827" y="1686910"/>
              <a:ext cx="1213945" cy="472965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de-DE" dirty="0">
                  <a:solidFill>
                    <a:schemeClr val="tx1"/>
                  </a:solidFill>
                </a:rPr>
                <a:t>RK4</a:t>
              </a:r>
              <a:endParaRPr lang="de-CH" dirty="0">
                <a:solidFill>
                  <a:schemeClr val="tx1"/>
                </a:solidFill>
              </a:endParaRPr>
            </a:p>
          </p:txBody>
        </p:sp>
        <p:sp>
          <p:nvSpPr>
            <p:cNvPr id="24" name="Textfeld 23">
              <a:extLst>
                <a:ext uri="{FF2B5EF4-FFF2-40B4-BE49-F238E27FC236}">
                  <a16:creationId xmlns:a16="http://schemas.microsoft.com/office/drawing/2014/main" id="{CF38D94E-71EE-125F-64E8-E4F9B98B2D73}"/>
                </a:ext>
              </a:extLst>
            </p:cNvPr>
            <p:cNvSpPr txBox="1"/>
            <p:nvPr/>
          </p:nvSpPr>
          <p:spPr>
            <a:xfrm rot="16200000">
              <a:off x="7856243" y="1749973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dirty="0"/>
                <a:t>&lt;</a:t>
              </a:r>
              <a:endParaRPr lang="de-CH" dirty="0"/>
            </a:p>
          </p:txBody>
        </p:sp>
      </p:grpSp>
      <p:sp>
        <p:nvSpPr>
          <p:cNvPr id="26" name="Rechteck 25">
            <a:extLst>
              <a:ext uri="{FF2B5EF4-FFF2-40B4-BE49-F238E27FC236}">
                <a16:creationId xmlns:a16="http://schemas.microsoft.com/office/drawing/2014/main" id="{2FAD1C0E-862F-F9AD-D148-5DBB0A3849C8}"/>
              </a:ext>
            </a:extLst>
          </p:cNvPr>
          <p:cNvSpPr/>
          <p:nvPr/>
        </p:nvSpPr>
        <p:spPr>
          <a:xfrm>
            <a:off x="6936827" y="3326732"/>
            <a:ext cx="1213945" cy="47296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dirty="0">
                <a:solidFill>
                  <a:schemeClr val="tx1"/>
                </a:solidFill>
              </a:rPr>
              <a:t>0.0001</a:t>
            </a:r>
            <a:endParaRPr lang="de-CH" dirty="0">
              <a:solidFill>
                <a:schemeClr val="tx1"/>
              </a:solidFill>
            </a:endParaRPr>
          </a:p>
        </p:txBody>
      </p:sp>
      <p:sp>
        <p:nvSpPr>
          <p:cNvPr id="28" name="Textfeld 27">
            <a:extLst>
              <a:ext uri="{FF2B5EF4-FFF2-40B4-BE49-F238E27FC236}">
                <a16:creationId xmlns:a16="http://schemas.microsoft.com/office/drawing/2014/main" id="{5839D84B-6C5C-F0E1-9AC8-598D7D83D5D4}"/>
              </a:ext>
            </a:extLst>
          </p:cNvPr>
          <p:cNvSpPr txBox="1"/>
          <p:nvPr/>
        </p:nvSpPr>
        <p:spPr>
          <a:xfrm>
            <a:off x="6000361" y="526891"/>
            <a:ext cx="14424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Einstellungen</a:t>
            </a:r>
            <a:endParaRPr lang="de-CH" dirty="0"/>
          </a:p>
        </p:txBody>
      </p:sp>
      <p:sp>
        <p:nvSpPr>
          <p:cNvPr id="29" name="Textfeld 28">
            <a:extLst>
              <a:ext uri="{FF2B5EF4-FFF2-40B4-BE49-F238E27FC236}">
                <a16:creationId xmlns:a16="http://schemas.microsoft.com/office/drawing/2014/main" id="{1AA48CDF-4A38-ABB6-5D81-32607C56C12D}"/>
              </a:ext>
            </a:extLst>
          </p:cNvPr>
          <p:cNvSpPr txBox="1"/>
          <p:nvPr/>
        </p:nvSpPr>
        <p:spPr>
          <a:xfrm>
            <a:off x="5314985" y="4627336"/>
            <a:ext cx="8840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Partikel</a:t>
            </a:r>
            <a:endParaRPr lang="de-CH" dirty="0"/>
          </a:p>
        </p:txBody>
      </p:sp>
      <p:sp>
        <p:nvSpPr>
          <p:cNvPr id="30" name="Rechteck 29">
            <a:extLst>
              <a:ext uri="{FF2B5EF4-FFF2-40B4-BE49-F238E27FC236}">
                <a16:creationId xmlns:a16="http://schemas.microsoft.com/office/drawing/2014/main" id="{49E36E43-3039-7F34-5F23-5D7AA8367186}"/>
              </a:ext>
            </a:extLst>
          </p:cNvPr>
          <p:cNvSpPr/>
          <p:nvPr/>
        </p:nvSpPr>
        <p:spPr>
          <a:xfrm>
            <a:off x="6814907" y="4575520"/>
            <a:ext cx="1213945" cy="47296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dirty="0">
                <a:solidFill>
                  <a:schemeClr val="tx1"/>
                </a:solidFill>
              </a:rPr>
              <a:t>40</a:t>
            </a:r>
            <a:endParaRPr lang="de-CH" dirty="0">
              <a:solidFill>
                <a:schemeClr val="tx1"/>
              </a:solidFill>
            </a:endParaRPr>
          </a:p>
        </p:txBody>
      </p:sp>
      <p:sp>
        <p:nvSpPr>
          <p:cNvPr id="31" name="Textfeld 30">
            <a:extLst>
              <a:ext uri="{FF2B5EF4-FFF2-40B4-BE49-F238E27FC236}">
                <a16:creationId xmlns:a16="http://schemas.microsoft.com/office/drawing/2014/main" id="{6553C363-2573-1A59-7C7A-F122255C2715}"/>
              </a:ext>
            </a:extLst>
          </p:cNvPr>
          <p:cNvSpPr txBox="1"/>
          <p:nvPr/>
        </p:nvSpPr>
        <p:spPr>
          <a:xfrm>
            <a:off x="5314985" y="4116796"/>
            <a:ext cx="5613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PSO</a:t>
            </a:r>
            <a:endParaRPr lang="de-CH" dirty="0"/>
          </a:p>
        </p:txBody>
      </p:sp>
      <p:sp>
        <p:nvSpPr>
          <p:cNvPr id="33" name="Textfeld 32">
            <a:extLst>
              <a:ext uri="{FF2B5EF4-FFF2-40B4-BE49-F238E27FC236}">
                <a16:creationId xmlns:a16="http://schemas.microsoft.com/office/drawing/2014/main" id="{DDA7B6E2-B723-8B2A-FACF-8C08045FD882}"/>
              </a:ext>
            </a:extLst>
          </p:cNvPr>
          <p:cNvSpPr txBox="1"/>
          <p:nvPr/>
        </p:nvSpPr>
        <p:spPr>
          <a:xfrm>
            <a:off x="4545365" y="5214921"/>
            <a:ext cx="16741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PSO-Iterationen</a:t>
            </a:r>
            <a:endParaRPr lang="de-CH" dirty="0"/>
          </a:p>
        </p:txBody>
      </p:sp>
      <p:sp>
        <p:nvSpPr>
          <p:cNvPr id="34" name="Rechteck 33">
            <a:extLst>
              <a:ext uri="{FF2B5EF4-FFF2-40B4-BE49-F238E27FC236}">
                <a16:creationId xmlns:a16="http://schemas.microsoft.com/office/drawing/2014/main" id="{717AB3E5-F8E8-91E9-0651-C11B07E8E4C3}"/>
              </a:ext>
            </a:extLst>
          </p:cNvPr>
          <p:cNvSpPr/>
          <p:nvPr/>
        </p:nvSpPr>
        <p:spPr>
          <a:xfrm>
            <a:off x="6814907" y="5163105"/>
            <a:ext cx="1213945" cy="47296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dirty="0">
                <a:solidFill>
                  <a:schemeClr val="tx1"/>
                </a:solidFill>
              </a:rPr>
              <a:t>14</a:t>
            </a:r>
            <a:endParaRPr lang="de-CH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333989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280</Words>
  <Application>Microsoft Office PowerPoint</Application>
  <PresentationFormat>Breitbild</PresentationFormat>
  <Paragraphs>163</Paragraphs>
  <Slides>7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7</vt:i4>
      </vt:variant>
    </vt:vector>
  </HeadingPairs>
  <TitlesOfParts>
    <vt:vector size="12" baseType="lpstr">
      <vt:lpstr>Arial</vt:lpstr>
      <vt:lpstr>Calibri</vt:lpstr>
      <vt:lpstr>Calibri Light</vt:lpstr>
      <vt:lpstr>Cambria Math</vt:lpstr>
      <vt:lpstr>Office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Thomas Stähli</dc:creator>
  <cp:lastModifiedBy>Stähli Thomas (staehtho)</cp:lastModifiedBy>
  <cp:revision>31</cp:revision>
  <dcterms:created xsi:type="dcterms:W3CDTF">2026-02-17T13:38:24Z</dcterms:created>
  <dcterms:modified xsi:type="dcterms:W3CDTF">2026-02-19T07:41:39Z</dcterms:modified>
</cp:coreProperties>
</file>